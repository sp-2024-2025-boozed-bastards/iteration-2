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8" r:id="rId2"/>
    <p:sldId id="259" r:id="rId3"/>
    <p:sldId id="260" r:id="rId4"/>
    <p:sldId id="283" r:id="rId5"/>
    <p:sldId id="261" r:id="rId6"/>
  </p:sldIdLst>
  <p:sldSz cx="12192000" cy="6858000"/>
  <p:notesSz cx="6858000" cy="9144000"/>
  <p:defaultTextStyle>
    <a:defPPr rtl="0"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1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3164"/>
    <a:srgbClr val="225B5F"/>
    <a:srgbClr val="E6E6E6"/>
    <a:srgbClr val="0F1722"/>
    <a:srgbClr val="348151"/>
    <a:srgbClr val="1B2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2" autoAdjust="0"/>
    <p:restoredTop sz="96408" autoAdjust="0"/>
  </p:normalViewPr>
  <p:slideViewPr>
    <p:cSldViewPr snapToGrid="0" showGuides="1">
      <p:cViewPr varScale="1">
        <p:scale>
          <a:sx n="68" d="100"/>
          <a:sy n="68" d="100"/>
        </p:scale>
        <p:origin x="77" y="427"/>
      </p:cViewPr>
      <p:guideLst>
        <p:guide orient="horz" pos="2160"/>
        <p:guide pos="3840"/>
        <p:guide orient="horz" pos="311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ен колонтитул 1">
            <a:extLst>
              <a:ext uri="{FF2B5EF4-FFF2-40B4-BE49-F238E27FC236}">
                <a16:creationId xmlns:a16="http://schemas.microsoft.com/office/drawing/2014/main" id="{5E4FC509-A25D-4AC1-956B-244FAC61AF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bg-BG" dirty="0"/>
          </a:p>
        </p:txBody>
      </p:sp>
      <p:sp>
        <p:nvSpPr>
          <p:cNvPr id="3" name="Контейнер за дата 2">
            <a:extLst>
              <a:ext uri="{FF2B5EF4-FFF2-40B4-BE49-F238E27FC236}">
                <a16:creationId xmlns:a16="http://schemas.microsoft.com/office/drawing/2014/main" id="{F1EDCBDF-04F2-4646-A118-9A2CBABEDF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BB11981-A5F6-43E6-8BEA-C07D48C010B0}" type="datetime1">
              <a:rPr lang="bg-BG" smtClean="0"/>
              <a:t>18.1.2026 г.</a:t>
            </a:fld>
            <a:endParaRPr lang="bg-BG" dirty="0"/>
          </a:p>
        </p:txBody>
      </p:sp>
      <p:sp>
        <p:nvSpPr>
          <p:cNvPr id="4" name="Контейнер за долен колонтитул 3">
            <a:extLst>
              <a:ext uri="{FF2B5EF4-FFF2-40B4-BE49-F238E27FC236}">
                <a16:creationId xmlns:a16="http://schemas.microsoft.com/office/drawing/2014/main" id="{95BD4EF4-9023-4CAF-937E-F78CF009DB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bg-BG" dirty="0"/>
          </a:p>
        </p:txBody>
      </p:sp>
      <p:sp>
        <p:nvSpPr>
          <p:cNvPr id="5" name="Контейнер за номер на слайд 4">
            <a:extLst>
              <a:ext uri="{FF2B5EF4-FFF2-40B4-BE49-F238E27FC236}">
                <a16:creationId xmlns:a16="http://schemas.microsoft.com/office/drawing/2014/main" id="{C0300887-CA61-4CEF-BD28-E51D6F957D7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A00C303-0EDA-42E1-9745-6C6A39A7B5C4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0167664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ен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bg-BG" noProof="0" dirty="0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5180B59-DAE5-43FB-9197-3070C1E6F247}" type="datetime1">
              <a:rPr lang="bg-BG" noProof="0" smtClean="0"/>
              <a:t>18.1.2026 г.</a:t>
            </a:fld>
            <a:endParaRPr lang="bg-BG" noProof="0" dirty="0"/>
          </a:p>
        </p:txBody>
      </p:sp>
      <p:sp>
        <p:nvSpPr>
          <p:cNvPr id="4" name="Контейнер за изображение на слайд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bg-BG" noProof="0" dirty="0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bg-BG" noProof="0" dirty="0"/>
              <a:t>Редактиране на стиловете на текста на образеца</a:t>
            </a:r>
          </a:p>
          <a:p>
            <a:pPr lvl="1" rtl="0"/>
            <a:r>
              <a:rPr lang="bg-BG" noProof="0" dirty="0"/>
              <a:t>Второ ниво</a:t>
            </a:r>
          </a:p>
          <a:p>
            <a:pPr lvl="2" rtl="0"/>
            <a:r>
              <a:rPr lang="bg-BG" noProof="0" dirty="0"/>
              <a:t>Трето ниво</a:t>
            </a:r>
          </a:p>
          <a:p>
            <a:pPr lvl="3" rtl="0"/>
            <a:r>
              <a:rPr lang="bg-BG" noProof="0" dirty="0"/>
              <a:t>Четвърто ниво</a:t>
            </a:r>
          </a:p>
          <a:p>
            <a:pPr lvl="4" rtl="0"/>
            <a:r>
              <a:rPr lang="bg-BG" noProof="0" dirty="0"/>
              <a:t>Пето ниво</a:t>
            </a:r>
          </a:p>
        </p:txBody>
      </p:sp>
      <p:sp>
        <p:nvSpPr>
          <p:cNvPr id="6" name="Контейнер за долен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bg-BG" noProof="0" dirty="0"/>
          </a:p>
        </p:txBody>
      </p:sp>
      <p:sp>
        <p:nvSpPr>
          <p:cNvPr id="7" name="Контейнер за номер на слайд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FC40A10-6036-4879-816D-55C01FC94846}" type="slidenum">
              <a:rPr lang="bg-BG" noProof="0" smtClean="0"/>
              <a:t>‹#›</a:t>
            </a:fld>
            <a:endParaRPr lang="bg-BG" noProof="0" dirty="0"/>
          </a:p>
        </p:txBody>
      </p:sp>
    </p:spTree>
    <p:extLst>
      <p:ext uri="{BB962C8B-B14F-4D97-AF65-F5344CB8AC3E}">
        <p14:creationId xmlns:p14="http://schemas.microsoft.com/office/powerpoint/2010/main" val="76573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bg-BG" dirty="0"/>
          </a:p>
        </p:txBody>
      </p:sp>
      <p:sp>
        <p:nvSpPr>
          <p:cNvPr id="4" name="Контейнер за номер на слайд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bg-BG" smtClean="0"/>
              <a:t>1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787154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bg-BG" dirty="0"/>
          </a:p>
        </p:txBody>
      </p:sp>
      <p:sp>
        <p:nvSpPr>
          <p:cNvPr id="4" name="Контейнер за номер на слайд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bg-BG" smtClean="0"/>
              <a:t>2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42413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bg-BG" dirty="0"/>
          </a:p>
        </p:txBody>
      </p:sp>
      <p:sp>
        <p:nvSpPr>
          <p:cNvPr id="4" name="Контейнер за номер на слайд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bg-BG" smtClean="0"/>
              <a:t>3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471613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bg-BG" dirty="0"/>
          </a:p>
        </p:txBody>
      </p:sp>
      <p:sp>
        <p:nvSpPr>
          <p:cNvPr id="4" name="Контейнер за номер на слайд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bg-BG" smtClean="0"/>
              <a:t>4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911218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bg-BG" dirty="0"/>
          </a:p>
        </p:txBody>
      </p:sp>
      <p:sp>
        <p:nvSpPr>
          <p:cNvPr id="4" name="Контейнер за номер на слайд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bg-BG" smtClean="0"/>
              <a:t>5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056828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лавен слайд с лог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авоъгълник 7">
            <a:extLst>
              <a:ext uri="{FF2B5EF4-FFF2-40B4-BE49-F238E27FC236}">
                <a16:creationId xmlns:a16="http://schemas.microsoft.com/office/drawing/2014/main" id="{278196A9-689D-4410-BFC0-7ACB19755A0C}"/>
              </a:ext>
            </a:extLst>
          </p:cNvPr>
          <p:cNvSpPr/>
          <p:nvPr userDrawn="1"/>
        </p:nvSpPr>
        <p:spPr>
          <a:xfrm>
            <a:off x="0" y="0"/>
            <a:ext cx="12192000" cy="4416552"/>
          </a:xfrm>
          <a:prstGeom prst="rect">
            <a:avLst/>
          </a:prstGeom>
          <a:blipFill>
            <a:blip r:embed="rId2"/>
            <a:srcRect/>
            <a:stretch>
              <a:fillRect l="-842" r="-84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bg-BG" noProof="0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29BFEAD-57CF-438A-8084-C5AC7F47E54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62986"/>
            <a:ext cx="9144000" cy="1786094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bg-BG" noProof="0" dirty="0"/>
              <a:t>КЛИКНЕТЕ, ЗА ДА РЕДАКТИРАТЕ СТИЛА НА ГЛАВНОТО ЗАГЛАВИЕ</a:t>
            </a:r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7E17A3CB-B083-4E49-9123-A5E47559D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5" name="Контейнер за долен колонтитул 4">
            <a:extLst>
              <a:ext uri="{FF2B5EF4-FFF2-40B4-BE49-F238E27FC236}">
                <a16:creationId xmlns:a16="http://schemas.microsoft.com/office/drawing/2014/main" id="{A8C4102C-4609-416C-A808-0FFE0051D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6" name="Контейнер за номер на слайд 5">
            <a:extLst>
              <a:ext uri="{FF2B5EF4-FFF2-40B4-BE49-F238E27FC236}">
                <a16:creationId xmlns:a16="http://schemas.microsoft.com/office/drawing/2014/main" id="{2D7BCC5D-6F2C-472F-BD4C-4096793DF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t>‹#›</a:t>
            </a:fld>
            <a:endParaRPr lang="bg-BG" noProof="0" dirty="0"/>
          </a:p>
        </p:txBody>
      </p:sp>
      <p:sp>
        <p:nvSpPr>
          <p:cNvPr id="7" name="Правоъгълник 6">
            <a:extLst>
              <a:ext uri="{FF2B5EF4-FFF2-40B4-BE49-F238E27FC236}">
                <a16:creationId xmlns:a16="http://schemas.microsoft.com/office/drawing/2014/main" id="{7BE854BB-FA44-4CAB-85DF-F5C412560348}"/>
              </a:ext>
            </a:extLst>
          </p:cNvPr>
          <p:cNvSpPr/>
          <p:nvPr userDrawn="1"/>
        </p:nvSpPr>
        <p:spPr>
          <a:xfrm>
            <a:off x="0" y="4416552"/>
            <a:ext cx="12192000" cy="244144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389BFFF1-5465-4317-B9DB-C23A5B1D76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34696"/>
            <a:ext cx="9144000" cy="459798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+mn-lt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bg-BG" noProof="0"/>
              <a:t>Щракнете, за да редактирате стила на подзаглавието в образеца</a:t>
            </a:r>
            <a:endParaRPr lang="bg-BG" noProof="0" dirty="0"/>
          </a:p>
        </p:txBody>
      </p:sp>
      <p:sp>
        <p:nvSpPr>
          <p:cNvPr id="10" name="Контейнер за картина 9">
            <a:extLst>
              <a:ext uri="{FF2B5EF4-FFF2-40B4-BE49-F238E27FC236}">
                <a16:creationId xmlns:a16="http://schemas.microsoft.com/office/drawing/2014/main" id="{EA313B4B-5B98-4B33-885A-DF7669E72D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5336" y="1172982"/>
            <a:ext cx="1481328" cy="75895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grpSp>
        <p:nvGrpSpPr>
          <p:cNvPr id="15" name="Група 14">
            <a:extLst>
              <a:ext uri="{FF2B5EF4-FFF2-40B4-BE49-F238E27FC236}">
                <a16:creationId xmlns:a16="http://schemas.microsoft.com/office/drawing/2014/main" id="{676B4374-8F24-43DE-860D-E5C6EA850AB4}"/>
              </a:ext>
            </a:extLst>
          </p:cNvPr>
          <p:cNvGrpSpPr/>
          <p:nvPr userDrawn="1"/>
        </p:nvGrpSpPr>
        <p:grpSpPr>
          <a:xfrm>
            <a:off x="2240388" y="2253996"/>
            <a:ext cx="7713463" cy="100584"/>
            <a:chOff x="2414185" y="2253996"/>
            <a:chExt cx="7713463" cy="100584"/>
          </a:xfrm>
        </p:grpSpPr>
        <p:sp>
          <p:nvSpPr>
            <p:cNvPr id="11" name="Елипса 10">
              <a:extLst>
                <a:ext uri="{FF2B5EF4-FFF2-40B4-BE49-F238E27FC236}">
                  <a16:creationId xmlns:a16="http://schemas.microsoft.com/office/drawing/2014/main" id="{585C7755-9394-4129-AB48-1AC32DA80C75}"/>
                </a:ext>
              </a:extLst>
            </p:cNvPr>
            <p:cNvSpPr/>
            <p:nvPr userDrawn="1"/>
          </p:nvSpPr>
          <p:spPr>
            <a:xfrm>
              <a:off x="2414185" y="2253996"/>
              <a:ext cx="100584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bg-BG" noProof="0" dirty="0"/>
            </a:p>
          </p:txBody>
        </p:sp>
        <p:cxnSp>
          <p:nvCxnSpPr>
            <p:cNvPr id="13" name="Право съединение 12">
              <a:extLst>
                <a:ext uri="{FF2B5EF4-FFF2-40B4-BE49-F238E27FC236}">
                  <a16:creationId xmlns:a16="http://schemas.microsoft.com/office/drawing/2014/main" id="{64C71ABE-575A-48CF-82B1-EDE8535F3993}"/>
                </a:ext>
              </a:extLst>
            </p:cNvPr>
            <p:cNvCxnSpPr/>
            <p:nvPr userDrawn="1"/>
          </p:nvCxnSpPr>
          <p:spPr>
            <a:xfrm>
              <a:off x="2504618" y="2307679"/>
              <a:ext cx="7524645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Елипса 13">
              <a:extLst>
                <a:ext uri="{FF2B5EF4-FFF2-40B4-BE49-F238E27FC236}">
                  <a16:creationId xmlns:a16="http://schemas.microsoft.com/office/drawing/2014/main" id="{E3C1EA63-78B2-4715-B4DC-63D98AC7F354}"/>
                </a:ext>
              </a:extLst>
            </p:cNvPr>
            <p:cNvSpPr/>
            <p:nvPr userDrawn="1"/>
          </p:nvSpPr>
          <p:spPr>
            <a:xfrm>
              <a:off x="10027064" y="2253996"/>
              <a:ext cx="100584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bg-BG" noProof="0" dirty="0"/>
            </a:p>
          </p:txBody>
        </p:sp>
      </p:grpSp>
      <p:grpSp>
        <p:nvGrpSpPr>
          <p:cNvPr id="16" name="Група 15">
            <a:extLst>
              <a:ext uri="{FF2B5EF4-FFF2-40B4-BE49-F238E27FC236}">
                <a16:creationId xmlns:a16="http://schemas.microsoft.com/office/drawing/2014/main" id="{E9BB74A1-0BEA-4AD8-8138-0641A45D8B40}"/>
              </a:ext>
            </a:extLst>
          </p:cNvPr>
          <p:cNvGrpSpPr/>
          <p:nvPr userDrawn="1"/>
        </p:nvGrpSpPr>
        <p:grpSpPr>
          <a:xfrm>
            <a:off x="3506965" y="5305363"/>
            <a:ext cx="5203843" cy="100584"/>
            <a:chOff x="3085151" y="2253996"/>
            <a:chExt cx="9064342" cy="100584"/>
          </a:xfrm>
        </p:grpSpPr>
        <p:sp>
          <p:nvSpPr>
            <p:cNvPr id="17" name="Елипса 16">
              <a:extLst>
                <a:ext uri="{FF2B5EF4-FFF2-40B4-BE49-F238E27FC236}">
                  <a16:creationId xmlns:a16="http://schemas.microsoft.com/office/drawing/2014/main" id="{73D0026E-5270-4C52-A1AF-5631E8192DCD}"/>
                </a:ext>
              </a:extLst>
            </p:cNvPr>
            <p:cNvSpPr/>
            <p:nvPr userDrawn="1"/>
          </p:nvSpPr>
          <p:spPr>
            <a:xfrm>
              <a:off x="3085151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bg-BG" noProof="0" dirty="0"/>
            </a:p>
          </p:txBody>
        </p:sp>
        <p:cxnSp>
          <p:nvCxnSpPr>
            <p:cNvPr id="18" name="Право съединение 17">
              <a:extLst>
                <a:ext uri="{FF2B5EF4-FFF2-40B4-BE49-F238E27FC236}">
                  <a16:creationId xmlns:a16="http://schemas.microsoft.com/office/drawing/2014/main" id="{A6085D92-5F70-4097-A2FF-C15B13788D08}"/>
                </a:ext>
              </a:extLst>
            </p:cNvPr>
            <p:cNvCxnSpPr>
              <a:stCxn id="17" idx="2"/>
              <a:endCxn id="19" idx="2"/>
            </p:cNvCxnSpPr>
            <p:nvPr userDrawn="1"/>
          </p:nvCxnSpPr>
          <p:spPr>
            <a:xfrm>
              <a:off x="3085151" y="2304288"/>
              <a:ext cx="8888763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Елипса 18">
              <a:extLst>
                <a:ext uri="{FF2B5EF4-FFF2-40B4-BE49-F238E27FC236}">
                  <a16:creationId xmlns:a16="http://schemas.microsoft.com/office/drawing/2014/main" id="{BE68EB6C-48D0-4EBF-8541-926D16790F52}"/>
                </a:ext>
              </a:extLst>
            </p:cNvPr>
            <p:cNvSpPr/>
            <p:nvPr userDrawn="1"/>
          </p:nvSpPr>
          <p:spPr>
            <a:xfrm>
              <a:off x="11973914" y="2253996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bg-BG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424638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орен колонтитул на раздел с изображ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Контейнер за картина 7">
            <a:extLst>
              <a:ext uri="{FF2B5EF4-FFF2-40B4-BE49-F238E27FC236}">
                <a16:creationId xmlns:a16="http://schemas.microsoft.com/office/drawing/2014/main" id="{C799DC18-D353-427C-B849-0204F13D9B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83300" cy="685800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sp>
        <p:nvSpPr>
          <p:cNvPr id="7" name="Правоъгълник 6">
            <a:extLst>
              <a:ext uri="{FF2B5EF4-FFF2-40B4-BE49-F238E27FC236}">
                <a16:creationId xmlns:a16="http://schemas.microsoft.com/office/drawing/2014/main" id="{45015858-8549-49EA-BB83-070E0D9D4890}"/>
              </a:ext>
            </a:extLst>
          </p:cNvPr>
          <p:cNvSpPr/>
          <p:nvPr userDrawn="1"/>
        </p:nvSpPr>
        <p:spPr>
          <a:xfrm>
            <a:off x="6083808" y="0"/>
            <a:ext cx="6108192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2206FBAC-B8FD-4768-B682-E0B93BA331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9768" y="2133599"/>
            <a:ext cx="4618957" cy="2492461"/>
          </a:xfrm>
        </p:spPr>
        <p:txBody>
          <a:bodyPr lIns="0" tIns="0" rIns="0" bIns="0" rtlCol="0" anchor="b" anchorCtr="0">
            <a:noAutofit/>
          </a:bodyPr>
          <a:lstStyle>
            <a:lvl1pPr>
              <a:defRPr sz="6000"/>
            </a:lvl1pPr>
          </a:lstStyle>
          <a:p>
            <a:pPr rtl="0"/>
            <a:r>
              <a:rPr lang="bg-BG" noProof="0" dirty="0"/>
              <a:t>КРАТКА</a:t>
            </a:r>
            <a:br>
              <a:rPr lang="bg-BG" noProof="0" dirty="0"/>
            </a:br>
            <a:r>
              <a:rPr lang="bg-BG" noProof="0" dirty="0"/>
              <a:t>ПРЕЗЕНТАЦИЯ</a:t>
            </a:r>
            <a:br>
              <a:rPr lang="bg-BG" noProof="0" dirty="0"/>
            </a:br>
            <a:r>
              <a:rPr lang="bg-BG" noProof="0" dirty="0"/>
              <a:t>ЗАГЛАВИЕ</a:t>
            </a:r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2472534F-03A6-408A-9BF1-303D0A44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5" name="Контейнер за долен колонтитул 4">
            <a:extLst>
              <a:ext uri="{FF2B5EF4-FFF2-40B4-BE49-F238E27FC236}">
                <a16:creationId xmlns:a16="http://schemas.microsoft.com/office/drawing/2014/main" id="{0A24E181-0C50-4F43-A5A7-6FDD1500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6" name="Контейнер за номер на слайд 5">
            <a:extLst>
              <a:ext uri="{FF2B5EF4-FFF2-40B4-BE49-F238E27FC236}">
                <a16:creationId xmlns:a16="http://schemas.microsoft.com/office/drawing/2014/main" id="{13A749CC-EB55-4FEF-AA4C-9A9C6E2AA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t>‹#›</a:t>
            </a:fld>
            <a:endParaRPr lang="bg-BG" noProof="0" dirty="0"/>
          </a:p>
        </p:txBody>
      </p:sp>
      <p:grpSp>
        <p:nvGrpSpPr>
          <p:cNvPr id="9" name="Група 8">
            <a:extLst>
              <a:ext uri="{FF2B5EF4-FFF2-40B4-BE49-F238E27FC236}">
                <a16:creationId xmlns:a16="http://schemas.microsoft.com/office/drawing/2014/main" id="{6F3E26A6-6962-4A35-AA86-805537D45296}"/>
              </a:ext>
            </a:extLst>
          </p:cNvPr>
          <p:cNvGrpSpPr/>
          <p:nvPr userDrawn="1"/>
        </p:nvGrpSpPr>
        <p:grpSpPr>
          <a:xfrm>
            <a:off x="6769768" y="1947412"/>
            <a:ext cx="4729948" cy="102440"/>
            <a:chOff x="3631690" y="2252140"/>
            <a:chExt cx="8238898" cy="102440"/>
          </a:xfrm>
        </p:grpSpPr>
        <p:sp>
          <p:nvSpPr>
            <p:cNvPr id="10" name="Елипса 9">
              <a:extLst>
                <a:ext uri="{FF2B5EF4-FFF2-40B4-BE49-F238E27FC236}">
                  <a16:creationId xmlns:a16="http://schemas.microsoft.com/office/drawing/2014/main" id="{681504C4-12AC-4251-8E47-0089784BDB9B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bg-BG" noProof="0" dirty="0"/>
            </a:p>
          </p:txBody>
        </p:sp>
        <p:cxnSp>
          <p:nvCxnSpPr>
            <p:cNvPr id="11" name="Право съединение 10">
              <a:extLst>
                <a:ext uri="{FF2B5EF4-FFF2-40B4-BE49-F238E27FC236}">
                  <a16:creationId xmlns:a16="http://schemas.microsoft.com/office/drawing/2014/main" id="{192040D0-01C2-4643-8F84-3B8F334E545C}"/>
                </a:ext>
              </a:extLst>
            </p:cNvPr>
            <p:cNvCxnSpPr>
              <a:endCxn id="12" idx="2"/>
            </p:cNvCxnSpPr>
            <p:nvPr userDrawn="1"/>
          </p:nvCxnSpPr>
          <p:spPr>
            <a:xfrm flipV="1">
              <a:off x="3681984" y="2302432"/>
              <a:ext cx="8013024" cy="5247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Елипса 11">
              <a:extLst>
                <a:ext uri="{FF2B5EF4-FFF2-40B4-BE49-F238E27FC236}">
                  <a16:creationId xmlns:a16="http://schemas.microsoft.com/office/drawing/2014/main" id="{7ED601E9-2BFC-460B-A2A8-69A787A4988E}"/>
                </a:ext>
              </a:extLst>
            </p:cNvPr>
            <p:cNvSpPr/>
            <p:nvPr userDrawn="1"/>
          </p:nvSpPr>
          <p:spPr>
            <a:xfrm>
              <a:off x="11695009" y="2252140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bg-BG" noProof="0" dirty="0"/>
            </a:p>
          </p:txBody>
        </p:sp>
      </p:grpSp>
      <p:grpSp>
        <p:nvGrpSpPr>
          <p:cNvPr id="13" name="Група 12">
            <a:extLst>
              <a:ext uri="{FF2B5EF4-FFF2-40B4-BE49-F238E27FC236}">
                <a16:creationId xmlns:a16="http://schemas.microsoft.com/office/drawing/2014/main" id="{BB49A8A6-FEDB-4D20-B581-A84DB8EFE977}"/>
              </a:ext>
            </a:extLst>
          </p:cNvPr>
          <p:cNvGrpSpPr/>
          <p:nvPr userDrawn="1"/>
        </p:nvGrpSpPr>
        <p:grpSpPr>
          <a:xfrm>
            <a:off x="6769768" y="4654084"/>
            <a:ext cx="4739473" cy="100584"/>
            <a:chOff x="3631690" y="2253996"/>
            <a:chExt cx="8255489" cy="100584"/>
          </a:xfrm>
        </p:grpSpPr>
        <p:sp>
          <p:nvSpPr>
            <p:cNvPr id="14" name="Елипса 13">
              <a:extLst>
                <a:ext uri="{FF2B5EF4-FFF2-40B4-BE49-F238E27FC236}">
                  <a16:creationId xmlns:a16="http://schemas.microsoft.com/office/drawing/2014/main" id="{C2F65998-5EC3-446A-8307-1CF81A348CE3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bg-BG" noProof="0" dirty="0"/>
            </a:p>
          </p:txBody>
        </p:sp>
        <p:cxnSp>
          <p:nvCxnSpPr>
            <p:cNvPr id="15" name="Право съединение 14">
              <a:extLst>
                <a:ext uri="{FF2B5EF4-FFF2-40B4-BE49-F238E27FC236}">
                  <a16:creationId xmlns:a16="http://schemas.microsoft.com/office/drawing/2014/main" id="{7CC5D776-F60A-4A0C-AA7C-EFACDA2CEA88}"/>
                </a:ext>
              </a:extLst>
            </p:cNvPr>
            <p:cNvCxnSpPr>
              <a:endCxn id="16" idx="2"/>
            </p:cNvCxnSpPr>
            <p:nvPr userDrawn="1"/>
          </p:nvCxnSpPr>
          <p:spPr>
            <a:xfrm flipV="1">
              <a:off x="3681984" y="2304288"/>
              <a:ext cx="8029615" cy="3391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Елипса 15">
              <a:extLst>
                <a:ext uri="{FF2B5EF4-FFF2-40B4-BE49-F238E27FC236}">
                  <a16:creationId xmlns:a16="http://schemas.microsoft.com/office/drawing/2014/main" id="{AEAFE309-55C5-409C-92ED-748307C74318}"/>
                </a:ext>
              </a:extLst>
            </p:cNvPr>
            <p:cNvSpPr/>
            <p:nvPr userDrawn="1"/>
          </p:nvSpPr>
          <p:spPr>
            <a:xfrm>
              <a:off x="11711600" y="2253996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bg-BG" noProof="0" dirty="0"/>
            </a:p>
          </p:txBody>
        </p:sp>
      </p:grpSp>
      <p:sp>
        <p:nvSpPr>
          <p:cNvPr id="17" name="Подзаглавие 2">
            <a:extLst>
              <a:ext uri="{FF2B5EF4-FFF2-40B4-BE49-F238E27FC236}">
                <a16:creationId xmlns:a16="http://schemas.microsoft.com/office/drawing/2014/main" id="{5B77B20B-76F5-4912-803D-5709F730D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9767" y="4889444"/>
            <a:ext cx="4618957" cy="590626"/>
          </a:xfrm>
        </p:spPr>
        <p:txBody>
          <a:bodyPr lIns="0" tIns="0" rIns="0" bIns="0"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+mn-lt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bg-BG" noProof="0"/>
              <a:t>Щракнете, за да редактирате стила на подзаглавието в образеца</a:t>
            </a:r>
            <a:endParaRPr lang="bg-BG" noProof="0" dirty="0"/>
          </a:p>
        </p:txBody>
      </p:sp>
      <p:sp>
        <p:nvSpPr>
          <p:cNvPr id="18" name="Контейнер за картина 9">
            <a:extLst>
              <a:ext uri="{FF2B5EF4-FFF2-40B4-BE49-F238E27FC236}">
                <a16:creationId xmlns:a16="http://schemas.microsoft.com/office/drawing/2014/main" id="{4293BA4F-7776-4C41-BE4F-7247935D5C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06368" y="3079602"/>
            <a:ext cx="1481328" cy="75895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</p:spTree>
    <p:extLst>
      <p:ext uri="{BB962C8B-B14F-4D97-AF65-F5344CB8AC3E}">
        <p14:creationId xmlns:p14="http://schemas.microsoft.com/office/powerpoint/2010/main" val="907692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лавие и съдържание с изображ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авоъгълник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bg-BG" noProof="0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2091023"/>
            <a:ext cx="5021940" cy="8043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bg-BG" noProof="0" dirty="0"/>
              <a:t>КЛИКНЕТЕ ЗА РЕДАКТИРАНЕ</a:t>
            </a:r>
          </a:p>
        </p:txBody>
      </p:sp>
      <p:sp>
        <p:nvSpPr>
          <p:cNvPr id="3" name="Контейнер за текст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244567"/>
            <a:ext cx="4205904" cy="56908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5" name="Контейнер за долен колонтитул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6" name="Контейнер за номер на слайд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t>‹#›</a:t>
            </a:fld>
            <a:endParaRPr lang="bg-BG" noProof="0" dirty="0"/>
          </a:p>
        </p:txBody>
      </p:sp>
      <p:sp>
        <p:nvSpPr>
          <p:cNvPr id="11" name="Контейнер за картина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grpSp>
        <p:nvGrpSpPr>
          <p:cNvPr id="15" name="Група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993948"/>
            <a:ext cx="2319975" cy="100800"/>
            <a:chOff x="0" y="3240138"/>
            <a:chExt cx="2319975" cy="100800"/>
          </a:xfrm>
        </p:grpSpPr>
        <p:cxnSp>
          <p:nvCxnSpPr>
            <p:cNvPr id="13" name="Право съединение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2286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Елипса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219175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bg-BG" noProof="0" dirty="0"/>
            </a:p>
          </p:txBody>
        </p:sp>
      </p:grpSp>
      <p:sp>
        <p:nvSpPr>
          <p:cNvPr id="16" name="Контейнер за текст 2">
            <a:extLst>
              <a:ext uri="{FF2B5EF4-FFF2-40B4-BE49-F238E27FC236}">
                <a16:creationId xmlns:a16="http://schemas.microsoft.com/office/drawing/2014/main" id="{BB522941-5C7D-4701-9AD7-BB4C11C6EBC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15720" y="3869349"/>
            <a:ext cx="4215201" cy="132833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17" name="Елипса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18" name="Право съединение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Елипса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20" name="Право съединение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Контейнер за картина 7">
            <a:extLst>
              <a:ext uri="{FF2B5EF4-FFF2-40B4-BE49-F238E27FC236}">
                <a16:creationId xmlns:a16="http://schemas.microsoft.com/office/drawing/2014/main" id="{DE71F7A0-F439-470D-A1B8-556C960D11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03003" y="2490534"/>
            <a:ext cx="6083300" cy="258775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</p:spTree>
    <p:extLst>
      <p:ext uri="{BB962C8B-B14F-4D97-AF65-F5344CB8AC3E}">
        <p14:creationId xmlns:p14="http://schemas.microsoft.com/office/powerpoint/2010/main" val="2539969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формление на заглавие, изображен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авоъгълник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bg-BG" noProof="0" dirty="0"/>
          </a:p>
        </p:txBody>
      </p:sp>
      <p:sp>
        <p:nvSpPr>
          <p:cNvPr id="5" name="Контейнер за дата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6" name="Контейнер за долен колонтитул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7" name="Контейнер за номер на слайд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t>‹#›</a:t>
            </a:fld>
            <a:endParaRPr lang="bg-BG" noProof="0" dirty="0"/>
          </a:p>
        </p:txBody>
      </p:sp>
      <p:sp>
        <p:nvSpPr>
          <p:cNvPr id="8" name="Заглавие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94591" y="1090118"/>
            <a:ext cx="4494133" cy="8043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bg-BG" noProof="0" dirty="0"/>
              <a:t>КЛИКНЕТЕ ЗА РЕДАКТИРАНЕ</a:t>
            </a:r>
          </a:p>
        </p:txBody>
      </p:sp>
      <p:sp>
        <p:nvSpPr>
          <p:cNvPr id="9" name="Контейнер за текст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94591" y="2243662"/>
            <a:ext cx="4473108" cy="56908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10" name="Контейнер за картина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grpSp>
        <p:nvGrpSpPr>
          <p:cNvPr id="11" name="Група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843999" y="1993043"/>
            <a:ext cx="5330073" cy="100800"/>
            <a:chOff x="11690" y="3240138"/>
            <a:chExt cx="3475315" cy="100800"/>
          </a:xfrm>
        </p:grpSpPr>
        <p:cxnSp>
          <p:nvCxnSpPr>
            <p:cNvPr id="12" name="Право съединение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endCxn id="13" idx="6"/>
            </p:cNvCxnSpPr>
            <p:nvPr userDrawn="1"/>
          </p:nvCxnSpPr>
          <p:spPr>
            <a:xfrm>
              <a:off x="11690" y="3290538"/>
              <a:ext cx="3475315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Елипса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421281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bg-BG" noProof="0" dirty="0"/>
            </a:p>
          </p:txBody>
        </p:sp>
      </p:grpSp>
      <p:sp>
        <p:nvSpPr>
          <p:cNvPr id="14" name="Контейнер за текст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894591" y="2868443"/>
            <a:ext cx="4482996" cy="2432603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cxnSp>
        <p:nvCxnSpPr>
          <p:cNvPr id="17" name="Право съединение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Елипса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19" name="Право съединение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Елипса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sp>
        <p:nvSpPr>
          <p:cNvPr id="22" name="Контейнер за картина 7">
            <a:extLst>
              <a:ext uri="{FF2B5EF4-FFF2-40B4-BE49-F238E27FC236}">
                <a16:creationId xmlns:a16="http://schemas.microsoft.com/office/drawing/2014/main" id="{F0861AA2-8248-462C-B6D8-FFD829F41ED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854411" y="1472184"/>
            <a:ext cx="3246204" cy="5385816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</p:spTree>
    <p:extLst>
      <p:ext uri="{BB962C8B-B14F-4D97-AF65-F5344CB8AC3E}">
        <p14:creationId xmlns:p14="http://schemas.microsoft.com/office/powerpoint/2010/main" val="1247638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формление на заглавие и съдържание версия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авоъгълник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bg-BG" noProof="0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2219359"/>
            <a:ext cx="5021940" cy="8043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bg-BG" noProof="0" dirty="0"/>
              <a:t>КЛИКНЕТЕ ЗА РЕДАКТИРАНЕ</a:t>
            </a:r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5" name="Контейнер за долен колонтитул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6" name="Контейнер за номер на слайд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t>‹#›</a:t>
            </a:fld>
            <a:endParaRPr lang="bg-BG" noProof="0" dirty="0"/>
          </a:p>
        </p:txBody>
      </p:sp>
      <p:sp>
        <p:nvSpPr>
          <p:cNvPr id="11" name="Контейнер за картина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grpSp>
        <p:nvGrpSpPr>
          <p:cNvPr id="15" name="Група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3122284"/>
            <a:ext cx="2805750" cy="100800"/>
            <a:chOff x="0" y="3240138"/>
            <a:chExt cx="2805750" cy="100800"/>
          </a:xfrm>
        </p:grpSpPr>
        <p:cxnSp>
          <p:nvCxnSpPr>
            <p:cNvPr id="13" name="Право съединение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272415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Елипса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704950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bg-BG" noProof="0" dirty="0"/>
            </a:p>
          </p:txBody>
        </p:sp>
      </p:grpSp>
      <p:sp>
        <p:nvSpPr>
          <p:cNvPr id="17" name="Елипса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18" name="Право съединение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Елипса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20" name="Право съединение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Контейнер за текст 2">
            <a:extLst>
              <a:ext uri="{FF2B5EF4-FFF2-40B4-BE49-F238E27FC236}">
                <a16:creationId xmlns:a16="http://schemas.microsoft.com/office/drawing/2014/main" id="{4C9D5785-B116-4BE7-AC26-5CD6481FFA6A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15720" y="3392200"/>
            <a:ext cx="5009495" cy="2210173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23" name="Контейнер за картина 7">
            <a:extLst>
              <a:ext uri="{FF2B5EF4-FFF2-40B4-BE49-F238E27FC236}">
                <a16:creationId xmlns:a16="http://schemas.microsoft.com/office/drawing/2014/main" id="{278C2B8F-0B29-449C-AFFD-42BB56FA15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08356" y="-20834"/>
            <a:ext cx="5245444" cy="5385816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</p:spTree>
    <p:extLst>
      <p:ext uri="{BB962C8B-B14F-4D97-AF65-F5344CB8AC3E}">
        <p14:creationId xmlns:p14="http://schemas.microsoft.com/office/powerpoint/2010/main" val="23103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формление на съдържание с ико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авоъгълник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bg-BG" noProof="0" dirty="0"/>
          </a:p>
        </p:txBody>
      </p:sp>
      <p:sp>
        <p:nvSpPr>
          <p:cNvPr id="5" name="Контейнер за дата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6" name="Контейнер за долен колонтитул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7" name="Контейнер за номер на слайд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t>‹#›</a:t>
            </a:fld>
            <a:endParaRPr lang="bg-BG" noProof="0" dirty="0"/>
          </a:p>
        </p:txBody>
      </p:sp>
      <p:sp>
        <p:nvSpPr>
          <p:cNvPr id="8" name="Заглавие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317" y="707529"/>
            <a:ext cx="4494133" cy="569086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bg-BG" noProof="0" dirty="0"/>
              <a:t>КЛИКНЕТЕ ЗА РЕДАКТИРАНЕ</a:t>
            </a:r>
          </a:p>
        </p:txBody>
      </p:sp>
      <p:sp>
        <p:nvSpPr>
          <p:cNvPr id="9" name="Контейнер за текст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400317" y="1625821"/>
            <a:ext cx="4473108" cy="56908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10" name="Контейнер за картина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grpSp>
        <p:nvGrpSpPr>
          <p:cNvPr id="11" name="Група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349724" y="1375202"/>
            <a:ext cx="5842276" cy="100800"/>
            <a:chOff x="-322276" y="3240138"/>
            <a:chExt cx="3809281" cy="100800"/>
          </a:xfrm>
        </p:grpSpPr>
        <p:cxnSp>
          <p:nvCxnSpPr>
            <p:cNvPr id="12" name="Право съединение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22276" y="3290538"/>
              <a:ext cx="3776292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Елипса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421281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bg-BG" noProof="0" dirty="0"/>
            </a:p>
          </p:txBody>
        </p:sp>
      </p:grpSp>
      <p:sp>
        <p:nvSpPr>
          <p:cNvPr id="14" name="Контейнер за текст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2920469" y="3291840"/>
            <a:ext cx="2670048" cy="64008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cxnSp>
        <p:nvCxnSpPr>
          <p:cNvPr id="17" name="Право съединение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Елипса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19" name="Право съединение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Елипса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sp>
        <p:nvSpPr>
          <p:cNvPr id="4" name="Контейнер за картина 3">
            <a:extLst>
              <a:ext uri="{FF2B5EF4-FFF2-40B4-BE49-F238E27FC236}">
                <a16:creationId xmlns:a16="http://schemas.microsoft.com/office/drawing/2014/main" id="{1EDA47E0-9B2C-45BF-A34A-E7069690AE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90460" y="3273552"/>
            <a:ext cx="640080" cy="65836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sp>
        <p:nvSpPr>
          <p:cNvPr id="22" name="Контейнер за текст 2">
            <a:extLst>
              <a:ext uri="{FF2B5EF4-FFF2-40B4-BE49-F238E27FC236}">
                <a16:creationId xmlns:a16="http://schemas.microsoft.com/office/drawing/2014/main" id="{F2ACDD32-C1AB-4359-B055-2F910492987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1850" y="3291840"/>
            <a:ext cx="1209357" cy="640080"/>
          </a:xfrm>
        </p:spPr>
        <p:txBody>
          <a:bodyPr lIns="0" tIns="0" rIns="0" bIns="0" rtlCol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 на текстово съобщение</a:t>
            </a:r>
          </a:p>
        </p:txBody>
      </p:sp>
      <p:sp>
        <p:nvSpPr>
          <p:cNvPr id="23" name="Контейнер за текст 2">
            <a:extLst>
              <a:ext uri="{FF2B5EF4-FFF2-40B4-BE49-F238E27FC236}">
                <a16:creationId xmlns:a16="http://schemas.microsoft.com/office/drawing/2014/main" id="{C7A796C4-1255-4B26-B034-EFB1284B77EB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2920469" y="4427608"/>
            <a:ext cx="2670048" cy="64008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24" name="Контейнер за картина 3">
            <a:extLst>
              <a:ext uri="{FF2B5EF4-FFF2-40B4-BE49-F238E27FC236}">
                <a16:creationId xmlns:a16="http://schemas.microsoft.com/office/drawing/2014/main" id="{7F406E84-6EA1-4D34-8016-6A41F065FF7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090460" y="4409320"/>
            <a:ext cx="640080" cy="65836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sp>
        <p:nvSpPr>
          <p:cNvPr id="25" name="Контейнер за текст 2">
            <a:extLst>
              <a:ext uri="{FF2B5EF4-FFF2-40B4-BE49-F238E27FC236}">
                <a16:creationId xmlns:a16="http://schemas.microsoft.com/office/drawing/2014/main" id="{7965133B-076D-4FAD-8D2A-C24FE2619C80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31850" y="4427608"/>
            <a:ext cx="1209357" cy="640080"/>
          </a:xfrm>
        </p:spPr>
        <p:txBody>
          <a:bodyPr lIns="0" tIns="0" rIns="0" bIns="0" rtlCol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 на текстово съобщение</a:t>
            </a:r>
          </a:p>
        </p:txBody>
      </p:sp>
      <p:sp>
        <p:nvSpPr>
          <p:cNvPr id="26" name="Контейнер за текст 2">
            <a:extLst>
              <a:ext uri="{FF2B5EF4-FFF2-40B4-BE49-F238E27FC236}">
                <a16:creationId xmlns:a16="http://schemas.microsoft.com/office/drawing/2014/main" id="{CABE6307-1A20-419D-A352-17FF0286600B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549426" y="3291840"/>
            <a:ext cx="2670048" cy="64008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27" name="Контейнер за картина 3">
            <a:extLst>
              <a:ext uri="{FF2B5EF4-FFF2-40B4-BE49-F238E27FC236}">
                <a16:creationId xmlns:a16="http://schemas.microsoft.com/office/drawing/2014/main" id="{D2C5C227-18EE-4D6A-AA31-30B8F7CD20A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719417" y="3273552"/>
            <a:ext cx="640080" cy="65836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sp>
        <p:nvSpPr>
          <p:cNvPr id="28" name="Контейнер за текст 2">
            <a:extLst>
              <a:ext uri="{FF2B5EF4-FFF2-40B4-BE49-F238E27FC236}">
                <a16:creationId xmlns:a16="http://schemas.microsoft.com/office/drawing/2014/main" id="{6ABEA821-83E0-4C10-98A8-5F29E246F74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460807" y="3291840"/>
            <a:ext cx="1209357" cy="640080"/>
          </a:xfrm>
        </p:spPr>
        <p:txBody>
          <a:bodyPr lIns="0" tIns="0" rIns="0" bIns="0" rtlCol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 на текстово съобщение</a:t>
            </a:r>
          </a:p>
        </p:txBody>
      </p:sp>
      <p:sp>
        <p:nvSpPr>
          <p:cNvPr id="29" name="Контейнер за текст 2">
            <a:extLst>
              <a:ext uri="{FF2B5EF4-FFF2-40B4-BE49-F238E27FC236}">
                <a16:creationId xmlns:a16="http://schemas.microsoft.com/office/drawing/2014/main" id="{CA1DC741-B44F-4275-A1D5-B8D26A3390B3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549426" y="4427608"/>
            <a:ext cx="2670048" cy="64008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30" name="Контейнер за картина 3">
            <a:extLst>
              <a:ext uri="{FF2B5EF4-FFF2-40B4-BE49-F238E27FC236}">
                <a16:creationId xmlns:a16="http://schemas.microsoft.com/office/drawing/2014/main" id="{C550F6C4-BE33-415F-B0BC-B47EDC1BDAC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719417" y="4409320"/>
            <a:ext cx="640080" cy="65836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sp>
        <p:nvSpPr>
          <p:cNvPr id="31" name="Контейнер за текст 2">
            <a:extLst>
              <a:ext uri="{FF2B5EF4-FFF2-40B4-BE49-F238E27FC236}">
                <a16:creationId xmlns:a16="http://schemas.microsoft.com/office/drawing/2014/main" id="{4C0830D2-D692-4161-8ECB-338703C9435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60807" y="4427608"/>
            <a:ext cx="1209357" cy="640080"/>
          </a:xfrm>
        </p:spPr>
        <p:txBody>
          <a:bodyPr lIns="0" tIns="0" rIns="0" bIns="0" rtlCol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 на текстово съобщение</a:t>
            </a:r>
          </a:p>
        </p:txBody>
      </p:sp>
    </p:spTree>
    <p:extLst>
      <p:ext uri="{BB962C8B-B14F-4D97-AF65-F5344CB8AC3E}">
        <p14:creationId xmlns:p14="http://schemas.microsoft.com/office/powerpoint/2010/main" val="331145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формление на монитор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авоъгълник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bg-BG" noProof="0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2091023"/>
            <a:ext cx="4464049" cy="8043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bg-BG" noProof="0" dirty="0"/>
              <a:t>КЛИКНЕТЕ ЗА РЕДАКТИРАНЕ</a:t>
            </a:r>
          </a:p>
        </p:txBody>
      </p:sp>
      <p:sp>
        <p:nvSpPr>
          <p:cNvPr id="3" name="Контейнер за текст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244567"/>
            <a:ext cx="4443165" cy="56908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5" name="Контейнер за долен колонтитул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6" name="Контейнер за номер на слайд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t>‹#›</a:t>
            </a:fld>
            <a:endParaRPr lang="bg-BG" noProof="0" dirty="0"/>
          </a:p>
        </p:txBody>
      </p:sp>
      <p:sp>
        <p:nvSpPr>
          <p:cNvPr id="8" name="Правоъгълник 7">
            <a:extLst>
              <a:ext uri="{FF2B5EF4-FFF2-40B4-BE49-F238E27FC236}">
                <a16:creationId xmlns:a16="http://schemas.microsoft.com/office/drawing/2014/main" id="{4ACF4ED1-C6C8-4C5C-8C14-4FF197588C03}"/>
              </a:ext>
            </a:extLst>
          </p:cNvPr>
          <p:cNvSpPr/>
          <p:nvPr userDrawn="1"/>
        </p:nvSpPr>
        <p:spPr>
          <a:xfrm>
            <a:off x="6192163" y="1435133"/>
            <a:ext cx="5175504" cy="4187952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1504" b="150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bg-BG" noProof="0" dirty="0"/>
          </a:p>
        </p:txBody>
      </p:sp>
      <p:sp>
        <p:nvSpPr>
          <p:cNvPr id="11" name="Контейнер за картина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grpSp>
        <p:nvGrpSpPr>
          <p:cNvPr id="15" name="Група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993948"/>
            <a:ext cx="2815275" cy="100800"/>
            <a:chOff x="0" y="3240138"/>
            <a:chExt cx="2815275" cy="100800"/>
          </a:xfrm>
        </p:grpSpPr>
        <p:cxnSp>
          <p:nvCxnSpPr>
            <p:cNvPr id="13" name="Право съединение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2714625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Елипса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714475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bg-BG" noProof="0" dirty="0"/>
            </a:p>
          </p:txBody>
        </p:sp>
      </p:grpSp>
      <p:sp>
        <p:nvSpPr>
          <p:cNvPr id="16" name="Контейнер за текст 2">
            <a:extLst>
              <a:ext uri="{FF2B5EF4-FFF2-40B4-BE49-F238E27FC236}">
                <a16:creationId xmlns:a16="http://schemas.microsoft.com/office/drawing/2014/main" id="{BB522941-5C7D-4701-9AD7-BB4C11C6EBC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15720" y="3869349"/>
            <a:ext cx="4452987" cy="1328330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17" name="Елипса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18" name="Право съединение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Елипса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20" name="Право съединение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Контейнер за картина 9">
            <a:extLst>
              <a:ext uri="{FF2B5EF4-FFF2-40B4-BE49-F238E27FC236}">
                <a16:creationId xmlns:a16="http://schemas.microsoft.com/office/drawing/2014/main" id="{6B8B3AB3-C02D-418C-A9E2-AA65DE78350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62829" y="1673942"/>
            <a:ext cx="4853962" cy="3141406"/>
          </a:xfrm>
          <a:ln w="254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</p:spTree>
    <p:extLst>
      <p:ext uri="{BB962C8B-B14F-4D97-AF65-F5344CB8AC3E}">
        <p14:creationId xmlns:p14="http://schemas.microsoft.com/office/powerpoint/2010/main" val="269886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формление на заглавие и под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Контейнер за картина 7">
            <a:extLst>
              <a:ext uri="{FF2B5EF4-FFF2-40B4-BE49-F238E27FC236}">
                <a16:creationId xmlns:a16="http://schemas.microsoft.com/office/drawing/2014/main" id="{093DA11F-BC94-447C-B660-9C906BED01B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682496"/>
            <a:ext cx="12191999" cy="349300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sp>
        <p:nvSpPr>
          <p:cNvPr id="7" name="Правоъгълник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bg-BG" noProof="0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3976" y="696584"/>
            <a:ext cx="4464049" cy="569086"/>
          </a:xfrm>
        </p:spPr>
        <p:txBody>
          <a:bodyPr lIns="0" tIns="0" rIns="0" bIns="0" rtlCol="0" anchor="b">
            <a:normAutofit/>
          </a:bodyPr>
          <a:lstStyle>
            <a:lvl1pPr algn="ctr">
              <a:defRPr sz="3600"/>
            </a:lvl1pPr>
          </a:lstStyle>
          <a:p>
            <a:pPr rtl="0"/>
            <a:r>
              <a:rPr lang="bg-BG" noProof="0" dirty="0"/>
              <a:t>КЛИКНЕТЕ ЗА РЕДАКТИРАНЕ</a:t>
            </a:r>
          </a:p>
        </p:txBody>
      </p:sp>
      <p:sp>
        <p:nvSpPr>
          <p:cNvPr id="3" name="Контейнер за текст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84860" y="1983086"/>
            <a:ext cx="4443165" cy="569085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5" name="Контейнер за долен колонтитул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6" name="Контейнер за номер на слайд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t>‹#›</a:t>
            </a:fld>
            <a:endParaRPr lang="bg-BG" noProof="0" dirty="0"/>
          </a:p>
        </p:txBody>
      </p:sp>
      <p:sp>
        <p:nvSpPr>
          <p:cNvPr id="11" name="Контейнер за картина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sp>
        <p:nvSpPr>
          <p:cNvPr id="17" name="Елипса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18" name="Право съединение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Елипса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20" name="Право съединение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Група 8">
            <a:extLst>
              <a:ext uri="{FF2B5EF4-FFF2-40B4-BE49-F238E27FC236}">
                <a16:creationId xmlns:a16="http://schemas.microsoft.com/office/drawing/2014/main" id="{78842051-6173-4CC2-8C4A-8AE31FE7BA54}"/>
              </a:ext>
            </a:extLst>
          </p:cNvPr>
          <p:cNvGrpSpPr/>
          <p:nvPr userDrawn="1"/>
        </p:nvGrpSpPr>
        <p:grpSpPr>
          <a:xfrm>
            <a:off x="4676721" y="1373283"/>
            <a:ext cx="2848083" cy="100800"/>
            <a:chOff x="2673228" y="1373283"/>
            <a:chExt cx="2848083" cy="100800"/>
          </a:xfrm>
        </p:grpSpPr>
        <p:grpSp>
          <p:nvGrpSpPr>
            <p:cNvPr id="15" name="Група 14">
              <a:extLst>
                <a:ext uri="{FF2B5EF4-FFF2-40B4-BE49-F238E27FC236}">
                  <a16:creationId xmlns:a16="http://schemas.microsoft.com/office/drawing/2014/main" id="{B7317392-EF87-4050-8BBE-32F74B0CF15A}"/>
                </a:ext>
              </a:extLst>
            </p:cNvPr>
            <p:cNvGrpSpPr/>
            <p:nvPr userDrawn="1"/>
          </p:nvGrpSpPr>
          <p:grpSpPr>
            <a:xfrm>
              <a:off x="2739957" y="1373283"/>
              <a:ext cx="2781354" cy="100800"/>
              <a:chOff x="-409521" y="3237441"/>
              <a:chExt cx="2781354" cy="100800"/>
            </a:xfrm>
          </p:grpSpPr>
          <p:cxnSp>
            <p:nvCxnSpPr>
              <p:cNvPr id="13" name="Право съединение 12">
                <a:extLst>
                  <a:ext uri="{FF2B5EF4-FFF2-40B4-BE49-F238E27FC236}">
                    <a16:creationId xmlns:a16="http://schemas.microsoft.com/office/drawing/2014/main" id="{785A4134-866D-4143-AC1E-8A2FFDB49855}"/>
                  </a:ext>
                </a:extLst>
              </p:cNvPr>
              <p:cNvCxnSpPr/>
              <p:nvPr userDrawn="1"/>
            </p:nvCxnSpPr>
            <p:spPr>
              <a:xfrm>
                <a:off x="-409521" y="3290538"/>
                <a:ext cx="2733675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Елипса 13">
                <a:extLst>
                  <a:ext uri="{FF2B5EF4-FFF2-40B4-BE49-F238E27FC236}">
                    <a16:creationId xmlns:a16="http://schemas.microsoft.com/office/drawing/2014/main" id="{1BBC5D9C-B8FB-455B-9398-36DB21F2765E}"/>
                  </a:ext>
                </a:extLst>
              </p:cNvPr>
              <p:cNvSpPr/>
              <p:nvPr userDrawn="1"/>
            </p:nvSpPr>
            <p:spPr>
              <a:xfrm>
                <a:off x="2271033" y="3237441"/>
                <a:ext cx="100800" cy="100800"/>
              </a:xfrm>
              <a:prstGeom prst="ellipse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bg-BG" noProof="0" dirty="0"/>
              </a:p>
            </p:txBody>
          </p:sp>
        </p:grpSp>
        <p:sp>
          <p:nvSpPr>
            <p:cNvPr id="21" name="Елипса 20">
              <a:extLst>
                <a:ext uri="{FF2B5EF4-FFF2-40B4-BE49-F238E27FC236}">
                  <a16:creationId xmlns:a16="http://schemas.microsoft.com/office/drawing/2014/main" id="{5D1C3636-C306-4492-8D46-194288459CAF}"/>
                </a:ext>
              </a:extLst>
            </p:cNvPr>
            <p:cNvSpPr/>
            <p:nvPr userDrawn="1"/>
          </p:nvSpPr>
          <p:spPr>
            <a:xfrm>
              <a:off x="2673228" y="1373283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bg-BG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235028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формление с три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авоъгълник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bg-BG" noProof="0" dirty="0"/>
          </a:p>
        </p:txBody>
      </p:sp>
      <p:sp>
        <p:nvSpPr>
          <p:cNvPr id="5" name="Контейнер за дата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6" name="Контейнер за долен колонтитул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7" name="Контейнер за номер на слайд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t>‹#›</a:t>
            </a:fld>
            <a:endParaRPr lang="bg-BG" noProof="0" dirty="0"/>
          </a:p>
        </p:txBody>
      </p:sp>
      <p:sp>
        <p:nvSpPr>
          <p:cNvPr id="8" name="Заглавие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4263" y="707529"/>
            <a:ext cx="6310887" cy="569086"/>
          </a:xfrm>
        </p:spPr>
        <p:txBody>
          <a:bodyPr lIns="0" tIns="0" rIns="0" bIns="0" rtlCol="0" anchor="b">
            <a:normAutofit/>
          </a:bodyPr>
          <a:lstStyle>
            <a:lvl1pPr algn="r">
              <a:defRPr sz="3600"/>
            </a:lvl1pPr>
          </a:lstStyle>
          <a:p>
            <a:pPr rtl="0"/>
            <a:r>
              <a:rPr lang="bg-BG" noProof="0"/>
              <a:t>Редакт. стил загл. образец</a:t>
            </a:r>
            <a:endParaRPr lang="bg-BG" noProof="0" dirty="0"/>
          </a:p>
        </p:txBody>
      </p:sp>
      <p:sp>
        <p:nvSpPr>
          <p:cNvPr id="9" name="Контейнер за текст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04263" y="1625821"/>
            <a:ext cx="6289862" cy="569085"/>
          </a:xfrm>
        </p:spPr>
        <p:txBody>
          <a:bodyPr lIns="0" tIns="0" rIns="0" bIns="0" rtlCol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10" name="Контейнер за картина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grpSp>
        <p:nvGrpSpPr>
          <p:cNvPr id="11" name="Група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8169867" y="1375202"/>
            <a:ext cx="4022133" cy="100800"/>
            <a:chOff x="304632" y="3240138"/>
            <a:chExt cx="2511280" cy="100800"/>
          </a:xfrm>
        </p:grpSpPr>
        <p:cxnSp>
          <p:nvCxnSpPr>
            <p:cNvPr id="12" name="Право съединение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632" y="3290538"/>
              <a:ext cx="2469651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Елипса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2750188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bg-BG" noProof="0" dirty="0"/>
            </a:p>
          </p:txBody>
        </p:sp>
      </p:grpSp>
      <p:sp>
        <p:nvSpPr>
          <p:cNvPr id="14" name="Контейнер за текст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226927" y="4271296"/>
            <a:ext cx="2944368" cy="1419822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cxnSp>
        <p:nvCxnSpPr>
          <p:cNvPr id="17" name="Право съединение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Елипса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19" name="Право съединение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Елипса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sp>
        <p:nvSpPr>
          <p:cNvPr id="22" name="Контейнер за текст 2">
            <a:extLst>
              <a:ext uri="{FF2B5EF4-FFF2-40B4-BE49-F238E27FC236}">
                <a16:creationId xmlns:a16="http://schemas.microsoft.com/office/drawing/2014/main" id="{F2ACDD32-C1AB-4359-B055-2F910492987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226927" y="3858610"/>
            <a:ext cx="2944368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16" name="Контейнер за текст 15">
            <a:extLst>
              <a:ext uri="{FF2B5EF4-FFF2-40B4-BE49-F238E27FC236}">
                <a16:creationId xmlns:a16="http://schemas.microsoft.com/office/drawing/2014/main" id="{D0092E26-7A96-4712-98A7-FFDA7C3D77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26927" y="2760518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bg-BG" noProof="0" dirty="0"/>
              <a:t>1</a:t>
            </a:r>
          </a:p>
        </p:txBody>
      </p:sp>
      <p:sp>
        <p:nvSpPr>
          <p:cNvPr id="34" name="Контейнер за текст 2">
            <a:extLst>
              <a:ext uri="{FF2B5EF4-FFF2-40B4-BE49-F238E27FC236}">
                <a16:creationId xmlns:a16="http://schemas.microsoft.com/office/drawing/2014/main" id="{B17B484C-F876-40B2-89DE-FC7A9E54C83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871314" y="4271296"/>
            <a:ext cx="2944368" cy="1419822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35" name="Контейнер за текст 15">
            <a:extLst>
              <a:ext uri="{FF2B5EF4-FFF2-40B4-BE49-F238E27FC236}">
                <a16:creationId xmlns:a16="http://schemas.microsoft.com/office/drawing/2014/main" id="{7A54608E-523B-47AC-B8A6-3E8FE9A1584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1314" y="2760518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bg-BG" noProof="0" dirty="0"/>
              <a:t>2</a:t>
            </a:r>
          </a:p>
        </p:txBody>
      </p:sp>
      <p:sp>
        <p:nvSpPr>
          <p:cNvPr id="36" name="Контейнер за текст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871314" y="3858610"/>
            <a:ext cx="2944368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37" name="Контейнер за текст 2">
            <a:extLst>
              <a:ext uri="{FF2B5EF4-FFF2-40B4-BE49-F238E27FC236}">
                <a16:creationId xmlns:a16="http://schemas.microsoft.com/office/drawing/2014/main" id="{E0D32F26-CEE2-4420-A43D-B008AE2D1DD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8515702" y="4271296"/>
            <a:ext cx="2944368" cy="1419822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38" name="Контейнер за текст 15">
            <a:extLst>
              <a:ext uri="{FF2B5EF4-FFF2-40B4-BE49-F238E27FC236}">
                <a16:creationId xmlns:a16="http://schemas.microsoft.com/office/drawing/2014/main" id="{DBC2890A-FFF7-4606-A262-6D464BA5D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15702" y="2760518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bg-BG" noProof="0" dirty="0"/>
              <a:t>3</a:t>
            </a:r>
          </a:p>
        </p:txBody>
      </p:sp>
      <p:sp>
        <p:nvSpPr>
          <p:cNvPr id="39" name="Контейнер за текст 2">
            <a:extLst>
              <a:ext uri="{FF2B5EF4-FFF2-40B4-BE49-F238E27FC236}">
                <a16:creationId xmlns:a16="http://schemas.microsoft.com/office/drawing/2014/main" id="{268E1254-8C59-4B9B-A775-45CA3D655514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515702" y="3858610"/>
            <a:ext cx="2944368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cxnSp>
        <p:nvCxnSpPr>
          <p:cNvPr id="21" name="Право съединение 20">
            <a:extLst>
              <a:ext uri="{FF2B5EF4-FFF2-40B4-BE49-F238E27FC236}">
                <a16:creationId xmlns:a16="http://schemas.microsoft.com/office/drawing/2014/main" id="{8E47DC43-D8A0-4F17-B897-D8B07A6F1B47}"/>
              </a:ext>
            </a:extLst>
          </p:cNvPr>
          <p:cNvCxnSpPr/>
          <p:nvPr userDrawn="1"/>
        </p:nvCxnSpPr>
        <p:spPr>
          <a:xfrm>
            <a:off x="2205335" y="3256107"/>
            <a:ext cx="266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аво съединение 28">
            <a:extLst>
              <a:ext uri="{FF2B5EF4-FFF2-40B4-BE49-F238E27FC236}">
                <a16:creationId xmlns:a16="http://schemas.microsoft.com/office/drawing/2014/main" id="{D201F265-08ED-497A-BE5C-62220829348F}"/>
              </a:ext>
            </a:extLst>
          </p:cNvPr>
          <p:cNvCxnSpPr/>
          <p:nvPr userDrawn="1"/>
        </p:nvCxnSpPr>
        <p:spPr>
          <a:xfrm>
            <a:off x="5849839" y="3255785"/>
            <a:ext cx="266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344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 на чис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авоъгълник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bg-BG" noProof="0" dirty="0"/>
          </a:p>
        </p:txBody>
      </p:sp>
      <p:sp>
        <p:nvSpPr>
          <p:cNvPr id="5" name="Контейнер за дата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6" name="Контейнер за долен колонтитул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7" name="Контейнер за номер на слайд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t>‹#›</a:t>
            </a:fld>
            <a:endParaRPr lang="bg-BG" noProof="0" dirty="0"/>
          </a:p>
        </p:txBody>
      </p:sp>
      <p:sp>
        <p:nvSpPr>
          <p:cNvPr id="8" name="Заглавие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2016" y="707529"/>
            <a:ext cx="7118056" cy="569086"/>
          </a:xfrm>
        </p:spPr>
        <p:txBody>
          <a:bodyPr lIns="0" tIns="0" rIns="0" bIns="0" rtlCol="0" anchor="b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bg-BG" noProof="0"/>
              <a:t>Редакт. стил загл. образец</a:t>
            </a:r>
            <a:endParaRPr lang="bg-BG" noProof="0" dirty="0"/>
          </a:p>
        </p:txBody>
      </p:sp>
      <p:sp>
        <p:nvSpPr>
          <p:cNvPr id="9" name="Контейнер за текст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292016" y="1625821"/>
            <a:ext cx="7096709" cy="978407"/>
          </a:xfrm>
        </p:spPr>
        <p:txBody>
          <a:bodyPr lIns="0" tIns="0" rIns="0" bIns="0"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10" name="Контейнер за картина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grpSp>
        <p:nvGrpSpPr>
          <p:cNvPr id="11" name="Група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4265551" y="1375202"/>
            <a:ext cx="7926455" cy="100800"/>
            <a:chOff x="245547" y="3240138"/>
            <a:chExt cx="4040920" cy="100800"/>
          </a:xfrm>
        </p:grpSpPr>
        <p:cxnSp>
          <p:nvCxnSpPr>
            <p:cNvPr id="12" name="Право съединение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45547" y="3290538"/>
              <a:ext cx="4010531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Елипса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4235079" y="324013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bg-BG" noProof="0" dirty="0"/>
            </a:p>
          </p:txBody>
        </p:sp>
      </p:grpSp>
      <p:cxnSp>
        <p:nvCxnSpPr>
          <p:cNvPr id="17" name="Право съединение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Елипса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19" name="Право съединение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Елипса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sp>
        <p:nvSpPr>
          <p:cNvPr id="16" name="Контейнер за текст 15">
            <a:extLst>
              <a:ext uri="{FF2B5EF4-FFF2-40B4-BE49-F238E27FC236}">
                <a16:creationId xmlns:a16="http://schemas.microsoft.com/office/drawing/2014/main" id="{D0092E26-7A96-4712-98A7-FFDA7C3D77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3723" y="3301941"/>
            <a:ext cx="3408243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l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bg-BG" noProof="0" dirty="0"/>
              <a:t>12 345 лв.</a:t>
            </a:r>
          </a:p>
        </p:txBody>
      </p:sp>
      <p:sp>
        <p:nvSpPr>
          <p:cNvPr id="34" name="Контейнер за текст 2">
            <a:extLst>
              <a:ext uri="{FF2B5EF4-FFF2-40B4-BE49-F238E27FC236}">
                <a16:creationId xmlns:a16="http://schemas.microsoft.com/office/drawing/2014/main" id="{B17B484C-F876-40B2-89DE-FC7A9E54C83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716329" y="3394494"/>
            <a:ext cx="5678300" cy="978407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36" name="Контейнер за текст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292016" y="3394494"/>
            <a:ext cx="1399099" cy="978407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26" name="Контейнер за текст 15">
            <a:extLst>
              <a:ext uri="{FF2B5EF4-FFF2-40B4-BE49-F238E27FC236}">
                <a16:creationId xmlns:a16="http://schemas.microsoft.com/office/drawing/2014/main" id="{EA5D8D7D-F37C-49AD-98F0-641CE42B8A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3723" y="4594663"/>
            <a:ext cx="3408243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l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bg-BG" noProof="0" dirty="0"/>
              <a:t>6 789 лв.</a:t>
            </a:r>
          </a:p>
        </p:txBody>
      </p:sp>
      <p:sp>
        <p:nvSpPr>
          <p:cNvPr id="27" name="Контейнер за текст 2">
            <a:extLst>
              <a:ext uri="{FF2B5EF4-FFF2-40B4-BE49-F238E27FC236}">
                <a16:creationId xmlns:a16="http://schemas.microsoft.com/office/drawing/2014/main" id="{521FF93D-8384-4E22-8645-BDE6AB98348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716329" y="4687216"/>
            <a:ext cx="5678300" cy="978407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28" name="Контейнер за текст 2">
            <a:extLst>
              <a:ext uri="{FF2B5EF4-FFF2-40B4-BE49-F238E27FC236}">
                <a16:creationId xmlns:a16="http://schemas.microsoft.com/office/drawing/2014/main" id="{BA358F36-EA77-462E-9158-AFDF1D449A1A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4292016" y="4687216"/>
            <a:ext cx="1399099" cy="978407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</p:spTree>
    <p:extLst>
      <p:ext uri="{BB962C8B-B14F-4D97-AF65-F5344CB8AC3E}">
        <p14:creationId xmlns:p14="http://schemas.microsoft.com/office/powerpoint/2010/main" val="3404119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формление на съдържание с кръгов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авоъгълник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bg-BG" noProof="0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3242645"/>
            <a:ext cx="4464049" cy="1177174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bg-BG" noProof="0" dirty="0"/>
              <a:t>ЩРАКНЕТЕ ЗА РЕДАКТИРАНЕ</a:t>
            </a:r>
          </a:p>
        </p:txBody>
      </p:sp>
      <p:sp>
        <p:nvSpPr>
          <p:cNvPr id="3" name="Контейнер за текст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4872948"/>
            <a:ext cx="4443165" cy="882062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5" name="Контейнер за долен колонтитул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6" name="Контейнер за номер на слайд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t>‹#›</a:t>
            </a:fld>
            <a:endParaRPr lang="bg-BG" noProof="0" dirty="0"/>
          </a:p>
        </p:txBody>
      </p:sp>
      <p:sp>
        <p:nvSpPr>
          <p:cNvPr id="11" name="Контейнер за картина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grpSp>
        <p:nvGrpSpPr>
          <p:cNvPr id="15" name="Група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4581382"/>
            <a:ext cx="3736602" cy="100800"/>
            <a:chOff x="-1228304" y="3240138"/>
            <a:chExt cx="3736602" cy="100800"/>
          </a:xfrm>
        </p:grpSpPr>
        <p:cxnSp>
          <p:nvCxnSpPr>
            <p:cNvPr id="13" name="Право съединение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28304" y="3290538"/>
              <a:ext cx="3736602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Елипса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407498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bg-BG" noProof="0" dirty="0"/>
            </a:p>
          </p:txBody>
        </p:sp>
      </p:grpSp>
      <p:sp>
        <p:nvSpPr>
          <p:cNvPr id="16" name="Контейнер за текст 2">
            <a:extLst>
              <a:ext uri="{FF2B5EF4-FFF2-40B4-BE49-F238E27FC236}">
                <a16:creationId xmlns:a16="http://schemas.microsoft.com/office/drawing/2014/main" id="{BB522941-5C7D-4701-9AD7-BB4C11C6EBC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533023" y="4551485"/>
            <a:ext cx="5855702" cy="1208079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17" name="Елипса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18" name="Право съединение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Елипса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20" name="Право съединение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Елипса 8">
            <a:extLst>
              <a:ext uri="{FF2B5EF4-FFF2-40B4-BE49-F238E27FC236}">
                <a16:creationId xmlns:a16="http://schemas.microsoft.com/office/drawing/2014/main" id="{ADC059E4-36DE-4100-8F15-85A9F37E84FE}"/>
              </a:ext>
            </a:extLst>
          </p:cNvPr>
          <p:cNvSpPr/>
          <p:nvPr userDrawn="1"/>
        </p:nvSpPr>
        <p:spPr>
          <a:xfrm>
            <a:off x="3616960" y="859665"/>
            <a:ext cx="2121408" cy="212140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bg-BG" noProof="0" dirty="0"/>
          </a:p>
        </p:txBody>
      </p:sp>
      <p:sp>
        <p:nvSpPr>
          <p:cNvPr id="21" name="Елипса 20">
            <a:extLst>
              <a:ext uri="{FF2B5EF4-FFF2-40B4-BE49-F238E27FC236}">
                <a16:creationId xmlns:a16="http://schemas.microsoft.com/office/drawing/2014/main" id="{34E475F8-9B44-4A3E-9F99-CF0346C89B8E}"/>
              </a:ext>
            </a:extLst>
          </p:cNvPr>
          <p:cNvSpPr/>
          <p:nvPr userDrawn="1"/>
        </p:nvSpPr>
        <p:spPr>
          <a:xfrm>
            <a:off x="5522965" y="836613"/>
            <a:ext cx="2816352" cy="281635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bg-BG" noProof="0" dirty="0"/>
          </a:p>
        </p:txBody>
      </p:sp>
      <p:sp>
        <p:nvSpPr>
          <p:cNvPr id="22" name="Елипса 21">
            <a:extLst>
              <a:ext uri="{FF2B5EF4-FFF2-40B4-BE49-F238E27FC236}">
                <a16:creationId xmlns:a16="http://schemas.microsoft.com/office/drawing/2014/main" id="{EF5FAF95-28E9-4D03-884C-A89CBC8B61DC}"/>
              </a:ext>
            </a:extLst>
          </p:cNvPr>
          <p:cNvSpPr/>
          <p:nvPr userDrawn="1"/>
        </p:nvSpPr>
        <p:spPr>
          <a:xfrm>
            <a:off x="8123915" y="859665"/>
            <a:ext cx="3273552" cy="327355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bg-BG" noProof="0" dirty="0"/>
          </a:p>
        </p:txBody>
      </p:sp>
      <p:sp>
        <p:nvSpPr>
          <p:cNvPr id="27" name="Контейнер за текст 15">
            <a:extLst>
              <a:ext uri="{FF2B5EF4-FFF2-40B4-BE49-F238E27FC236}">
                <a16:creationId xmlns:a16="http://schemas.microsoft.com/office/drawing/2014/main" id="{5F221D05-AC12-4B7C-A00B-E28F93E23D7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51931" y="1382322"/>
            <a:ext cx="168109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bg-BG" noProof="0" dirty="0"/>
              <a:t>25 лв.</a:t>
            </a:r>
          </a:p>
        </p:txBody>
      </p:sp>
      <p:sp>
        <p:nvSpPr>
          <p:cNvPr id="28" name="Контейнер за текст 2">
            <a:extLst>
              <a:ext uri="{FF2B5EF4-FFF2-40B4-BE49-F238E27FC236}">
                <a16:creationId xmlns:a16="http://schemas.microsoft.com/office/drawing/2014/main" id="{A3904B01-A725-4CE3-9321-D42F3E296703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927524" y="2363691"/>
            <a:ext cx="1519848" cy="617093"/>
          </a:xfrm>
        </p:spPr>
        <p:txBody>
          <a:bodyPr lIns="0" tIns="0" rIns="0" bIns="0" rtlCol="0" anchor="t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Раздел 1</a:t>
            </a:r>
            <a:br>
              <a:rPr lang="bg-BG" noProof="0" dirty="0"/>
            </a:br>
            <a:r>
              <a:rPr lang="bg-BG" noProof="0" dirty="0"/>
              <a:t>Заглавие</a:t>
            </a:r>
          </a:p>
        </p:txBody>
      </p:sp>
      <p:sp>
        <p:nvSpPr>
          <p:cNvPr id="29" name="Контейнер за текст 2">
            <a:extLst>
              <a:ext uri="{FF2B5EF4-FFF2-40B4-BE49-F238E27FC236}">
                <a16:creationId xmlns:a16="http://schemas.microsoft.com/office/drawing/2014/main" id="{D9CE08AF-782B-4514-BE33-D3AED71A7344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06132" y="1185842"/>
            <a:ext cx="1519848" cy="250619"/>
          </a:xfrm>
        </p:spPr>
        <p:txBody>
          <a:bodyPr lIns="0" tIns="0" rIns="0" bIns="0" rtlCol="0" anchor="t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800" b="0">
                <a:solidFill>
                  <a:schemeClr val="tx1"/>
                </a:solidFill>
                <a:latin typeface="+mn-lt"/>
                <a:cs typeface="Segoe UI Ligh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МИЛИАРДА</a:t>
            </a:r>
          </a:p>
        </p:txBody>
      </p:sp>
      <p:sp>
        <p:nvSpPr>
          <p:cNvPr id="30" name="Контейнер за текст 15">
            <a:extLst>
              <a:ext uri="{FF2B5EF4-FFF2-40B4-BE49-F238E27FC236}">
                <a16:creationId xmlns:a16="http://schemas.microsoft.com/office/drawing/2014/main" id="{614098B4-704D-42A8-B776-2C93C30C39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13495" y="1767897"/>
            <a:ext cx="168109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bg-BG" noProof="0" dirty="0"/>
              <a:t>50 лв.</a:t>
            </a:r>
          </a:p>
        </p:txBody>
      </p:sp>
      <p:sp>
        <p:nvSpPr>
          <p:cNvPr id="31" name="Контейнер за текст 2">
            <a:extLst>
              <a:ext uri="{FF2B5EF4-FFF2-40B4-BE49-F238E27FC236}">
                <a16:creationId xmlns:a16="http://schemas.microsoft.com/office/drawing/2014/main" id="{CE6465F4-0B4D-4B43-BE59-BC984FE8EF0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6189088" y="2753338"/>
            <a:ext cx="1519848" cy="617093"/>
          </a:xfrm>
        </p:spPr>
        <p:txBody>
          <a:bodyPr lIns="0" tIns="0" rIns="0" bIns="0" rtlCol="0" anchor="t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Раздел 1</a:t>
            </a:r>
            <a:br>
              <a:rPr lang="bg-BG" noProof="0" dirty="0"/>
            </a:br>
            <a:r>
              <a:rPr lang="bg-BG" noProof="0" dirty="0"/>
              <a:t>Заглавие</a:t>
            </a:r>
          </a:p>
        </p:txBody>
      </p:sp>
      <p:sp>
        <p:nvSpPr>
          <p:cNvPr id="32" name="Контейнер за текст 2">
            <a:extLst>
              <a:ext uri="{FF2B5EF4-FFF2-40B4-BE49-F238E27FC236}">
                <a16:creationId xmlns:a16="http://schemas.microsoft.com/office/drawing/2014/main" id="{4DBC997E-F996-4F59-A610-3C8558F180C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6067696" y="1537655"/>
            <a:ext cx="1519848" cy="250619"/>
          </a:xfrm>
        </p:spPr>
        <p:txBody>
          <a:bodyPr lIns="0" tIns="0" rIns="0" bIns="0" rtlCol="0" anchor="t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800" b="0">
                <a:solidFill>
                  <a:schemeClr val="tx1"/>
                </a:solidFill>
                <a:latin typeface="+mn-lt"/>
                <a:cs typeface="Segoe UI Ligh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МИЛИАРДА</a:t>
            </a:r>
          </a:p>
        </p:txBody>
      </p:sp>
      <p:sp>
        <p:nvSpPr>
          <p:cNvPr id="33" name="Контейнер за текст 15">
            <a:extLst>
              <a:ext uri="{FF2B5EF4-FFF2-40B4-BE49-F238E27FC236}">
                <a16:creationId xmlns:a16="http://schemas.microsoft.com/office/drawing/2014/main" id="{D2098E46-8023-469E-86ED-39848BCA69B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714444" y="2049128"/>
            <a:ext cx="2010420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bg-BG" noProof="0" dirty="0"/>
              <a:t>100 лв.</a:t>
            </a:r>
          </a:p>
        </p:txBody>
      </p:sp>
      <p:sp>
        <p:nvSpPr>
          <p:cNvPr id="34" name="Контейнер за текст 2">
            <a:extLst>
              <a:ext uri="{FF2B5EF4-FFF2-40B4-BE49-F238E27FC236}">
                <a16:creationId xmlns:a16="http://schemas.microsoft.com/office/drawing/2014/main" id="{93715D94-9DBE-476D-B2A4-208BC6D40C3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8981735" y="3034569"/>
            <a:ext cx="1519848" cy="617093"/>
          </a:xfrm>
        </p:spPr>
        <p:txBody>
          <a:bodyPr lIns="0" tIns="0" rIns="0" bIns="0" rtlCol="0" anchor="t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Раздел 1</a:t>
            </a:r>
            <a:br>
              <a:rPr lang="bg-BG" noProof="0" dirty="0"/>
            </a:br>
            <a:r>
              <a:rPr lang="bg-BG" noProof="0" dirty="0"/>
              <a:t>Заглавие</a:t>
            </a:r>
          </a:p>
        </p:txBody>
      </p:sp>
      <p:sp>
        <p:nvSpPr>
          <p:cNvPr id="35" name="Контейнер за текст 2">
            <a:extLst>
              <a:ext uri="{FF2B5EF4-FFF2-40B4-BE49-F238E27FC236}">
                <a16:creationId xmlns:a16="http://schemas.microsoft.com/office/drawing/2014/main" id="{C6E1A50B-8AFF-497B-8AEC-C61D95DC0685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089050" y="1818886"/>
            <a:ext cx="1519848" cy="250619"/>
          </a:xfrm>
        </p:spPr>
        <p:txBody>
          <a:bodyPr lIns="0" tIns="0" rIns="0" bIns="0" rtlCol="0" anchor="t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800" b="0">
                <a:solidFill>
                  <a:schemeClr val="tx1"/>
                </a:solidFill>
                <a:latin typeface="+mn-lt"/>
                <a:cs typeface="Segoe UI Ligh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МИЛИАРДА</a:t>
            </a:r>
          </a:p>
        </p:txBody>
      </p:sp>
    </p:spTree>
    <p:extLst>
      <p:ext uri="{BB962C8B-B14F-4D97-AF65-F5344CB8AC3E}">
        <p14:creationId xmlns:p14="http://schemas.microsoft.com/office/powerpoint/2010/main" val="3942925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е съдържания с под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авоъгълник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bg-BG" noProof="0" dirty="0"/>
          </a:p>
        </p:txBody>
      </p:sp>
      <p:sp>
        <p:nvSpPr>
          <p:cNvPr id="5" name="Контейнер за дата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6" name="Контейнер за долен колонтитул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7" name="Контейнер за номер на слайд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t>‹#›</a:t>
            </a:fld>
            <a:endParaRPr lang="bg-BG" noProof="0" dirty="0"/>
          </a:p>
        </p:txBody>
      </p:sp>
      <p:sp>
        <p:nvSpPr>
          <p:cNvPr id="8" name="Заглавие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707529"/>
            <a:ext cx="5314072" cy="569086"/>
          </a:xfrm>
        </p:spPr>
        <p:txBody>
          <a:bodyPr lIns="0" tIns="0" rIns="0" bIns="0" rtlCol="0" anchor="b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bg-BG" noProof="0" dirty="0"/>
              <a:t>КЛИКНЕТЕ, ЗА ДА РЕДАКТИРАТЕ ЗАГЛАВИЕТО</a:t>
            </a:r>
          </a:p>
        </p:txBody>
      </p:sp>
      <p:sp>
        <p:nvSpPr>
          <p:cNvPr id="9" name="Контейнер за текст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1625821"/>
            <a:ext cx="5292725" cy="978407"/>
          </a:xfrm>
        </p:spPr>
        <p:txBody>
          <a:bodyPr lIns="0" tIns="0" rIns="0" bIns="0"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10" name="Контейнер за картина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grpSp>
        <p:nvGrpSpPr>
          <p:cNvPr id="11" name="Група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096000" y="1383372"/>
            <a:ext cx="6096000" cy="100800"/>
            <a:chOff x="646015" y="3248308"/>
            <a:chExt cx="3107749" cy="100800"/>
          </a:xfrm>
        </p:grpSpPr>
        <p:cxnSp>
          <p:nvCxnSpPr>
            <p:cNvPr id="12" name="Право съединение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015" y="3290538"/>
              <a:ext cx="3107749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Елипса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702376" y="324830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bg-BG" noProof="0" dirty="0"/>
            </a:p>
          </p:txBody>
        </p:sp>
      </p:grpSp>
      <p:cxnSp>
        <p:nvCxnSpPr>
          <p:cNvPr id="17" name="Право съединение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Елипса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19" name="Право съединение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Елипса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sp>
        <p:nvSpPr>
          <p:cNvPr id="34" name="Контейнер за текст 2">
            <a:extLst>
              <a:ext uri="{FF2B5EF4-FFF2-40B4-BE49-F238E27FC236}">
                <a16:creationId xmlns:a16="http://schemas.microsoft.com/office/drawing/2014/main" id="{B17B484C-F876-40B2-89DE-FC7A9E54C83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31851" y="3335524"/>
            <a:ext cx="4817836" cy="2248846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36" name="Контейнер за текст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831850" y="2905291"/>
            <a:ext cx="2915732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23" name="Контейнер за текст 2">
            <a:extLst>
              <a:ext uri="{FF2B5EF4-FFF2-40B4-BE49-F238E27FC236}">
                <a16:creationId xmlns:a16="http://schemas.microsoft.com/office/drawing/2014/main" id="{ABD2EF23-562D-4049-92E3-48371C9E83A4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098826" y="3335524"/>
            <a:ext cx="5311245" cy="2248846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24" name="Контейнер за текст 2">
            <a:extLst>
              <a:ext uri="{FF2B5EF4-FFF2-40B4-BE49-F238E27FC236}">
                <a16:creationId xmlns:a16="http://schemas.microsoft.com/office/drawing/2014/main" id="{FB2A0B34-417C-46AC-95C0-9B2A2FCC8BF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098826" y="2905291"/>
            <a:ext cx="2915732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</p:spTree>
    <p:extLst>
      <p:ext uri="{BB962C8B-B14F-4D97-AF65-F5344CB8AC3E}">
        <p14:creationId xmlns:p14="http://schemas.microsoft.com/office/powerpoint/2010/main" val="778086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формление на диагра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авоъгълник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bg-BG" noProof="0" dirty="0"/>
          </a:p>
        </p:txBody>
      </p:sp>
      <p:sp>
        <p:nvSpPr>
          <p:cNvPr id="5" name="Контейнер за дата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6" name="Контейнер за долен колонтитул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7" name="Контейнер за номер на слайд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t>‹#›</a:t>
            </a:fld>
            <a:endParaRPr lang="bg-BG" noProof="0" dirty="0"/>
          </a:p>
        </p:txBody>
      </p:sp>
      <p:sp>
        <p:nvSpPr>
          <p:cNvPr id="8" name="Заглавие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105" y="707529"/>
            <a:ext cx="3704150" cy="569086"/>
          </a:xfrm>
        </p:spPr>
        <p:txBody>
          <a:bodyPr lIns="0" tIns="0" rIns="0" bIns="0" rtlCol="0" anchor="b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bg-BG" noProof="0" dirty="0"/>
              <a:t>КЛИКНЕТЕ ЗА РЕДАКТИРАНЕ</a:t>
            </a:r>
          </a:p>
        </p:txBody>
      </p:sp>
      <p:grpSp>
        <p:nvGrpSpPr>
          <p:cNvPr id="11" name="Група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>
            <a:off x="-6" y="1374243"/>
            <a:ext cx="3861834" cy="100800"/>
            <a:chOff x="646012" y="3239179"/>
            <a:chExt cx="1968768" cy="100800"/>
          </a:xfrm>
        </p:grpSpPr>
        <p:cxnSp>
          <p:nvCxnSpPr>
            <p:cNvPr id="12" name="Право съединение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012" y="3290538"/>
              <a:ext cx="1922924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Елипса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2563392" y="3239179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bg-BG" noProof="0" dirty="0"/>
            </a:p>
          </p:txBody>
        </p:sp>
      </p:grpSp>
      <p:cxnSp>
        <p:nvCxnSpPr>
          <p:cNvPr id="17" name="Право съединение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Елипса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19" name="Право съединение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Елипса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sp>
        <p:nvSpPr>
          <p:cNvPr id="21" name="Контейнер за картина 11" descr="Квадрант на емблеми на конкуренти">
            <a:extLst>
              <a:ext uri="{FF2B5EF4-FFF2-40B4-BE49-F238E27FC236}">
                <a16:creationId xmlns:a16="http://schemas.microsoft.com/office/drawing/2014/main" id="{58A093A6-410B-4E4B-BA54-D31E8313D9B1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3928670" y="2872719"/>
            <a:ext cx="1772153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pPr rtl="0"/>
            <a:r>
              <a:rPr lang="bg-BG" noProof="0" dirty="0"/>
              <a:t>Конкурент 2</a:t>
            </a:r>
          </a:p>
          <a:p>
            <a:pPr rtl="0"/>
            <a:r>
              <a:rPr lang="bg-BG" noProof="0" dirty="0"/>
              <a:t>Лого</a:t>
            </a:r>
          </a:p>
        </p:txBody>
      </p:sp>
      <p:sp>
        <p:nvSpPr>
          <p:cNvPr id="22" name="Контейнер за картина 11" descr="Квадрант на емблеми на конкуренти">
            <a:extLst>
              <a:ext uri="{FF2B5EF4-FFF2-40B4-BE49-F238E27FC236}">
                <a16:creationId xmlns:a16="http://schemas.microsoft.com/office/drawing/2014/main" id="{C852F764-614E-4E0D-B231-E5EF9B5D3AFE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806105" y="2171148"/>
            <a:ext cx="1655064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pPr rtl="0"/>
            <a:r>
              <a:rPr lang="bg-BG" noProof="0" dirty="0"/>
              <a:t>Конкурент 1</a:t>
            </a:r>
          </a:p>
          <a:p>
            <a:pPr rtl="0"/>
            <a:r>
              <a:rPr lang="bg-BG" noProof="0" dirty="0"/>
              <a:t>Лого</a:t>
            </a:r>
          </a:p>
        </p:txBody>
      </p:sp>
      <p:sp>
        <p:nvSpPr>
          <p:cNvPr id="25" name="Контейнер за картина 11" descr="Квадрант на емблеми на конкуренти">
            <a:extLst>
              <a:ext uri="{FF2B5EF4-FFF2-40B4-BE49-F238E27FC236}">
                <a16:creationId xmlns:a16="http://schemas.microsoft.com/office/drawing/2014/main" id="{0349F007-C349-4EF3-A61F-86C43BEB5478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2729582" y="4456262"/>
            <a:ext cx="1772153" cy="777240"/>
          </a:xfrm>
          <a:noFill/>
        </p:spPr>
        <p:txBody>
          <a:bodyPr rtlCol="0" anchor="ctr" anchorCtr="0">
            <a:noAutofit/>
          </a:bodyPr>
          <a:lstStyle>
            <a:lvl1pPr marL="0" indent="0" algn="ctr" rtl="0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pPr rtl="0"/>
            <a:r>
              <a:rPr lang="bg-BG" noProof="0" dirty="0"/>
              <a:t>Конкурент 3</a:t>
            </a:r>
          </a:p>
          <a:p>
            <a:pPr rtl="0"/>
            <a:r>
              <a:rPr lang="bg-BG" noProof="0" dirty="0"/>
              <a:t>Лого</a:t>
            </a:r>
          </a:p>
        </p:txBody>
      </p:sp>
      <p:sp>
        <p:nvSpPr>
          <p:cNvPr id="26" name="Контейнер за картина 11" descr="Квадрант на емблеми на конкуренти">
            <a:extLst>
              <a:ext uri="{FF2B5EF4-FFF2-40B4-BE49-F238E27FC236}">
                <a16:creationId xmlns:a16="http://schemas.microsoft.com/office/drawing/2014/main" id="{FEA8BDDC-623F-4C67-AD04-E7801B537019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829546" y="2770168"/>
            <a:ext cx="1772153" cy="777240"/>
          </a:xfrm>
          <a:noFill/>
        </p:spPr>
        <p:txBody>
          <a:bodyPr rtlCol="0" anchor="ctr" anchorCtr="0">
            <a:noAutofit/>
          </a:bodyPr>
          <a:lstStyle>
            <a:lvl1pPr marL="0" indent="0" algn="ctr" rtl="0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pPr rtl="0"/>
            <a:r>
              <a:rPr lang="bg-BG" noProof="0" dirty="0"/>
              <a:t>Конкурент 4</a:t>
            </a:r>
          </a:p>
          <a:p>
            <a:pPr rtl="0"/>
            <a:r>
              <a:rPr lang="bg-BG" noProof="0" dirty="0"/>
              <a:t>Лого</a:t>
            </a:r>
          </a:p>
        </p:txBody>
      </p:sp>
      <p:sp>
        <p:nvSpPr>
          <p:cNvPr id="27" name="Контейнер за картина 11" descr="Квадрант на емблеми на конкуренти">
            <a:extLst>
              <a:ext uri="{FF2B5EF4-FFF2-40B4-BE49-F238E27FC236}">
                <a16:creationId xmlns:a16="http://schemas.microsoft.com/office/drawing/2014/main" id="{28B0D00B-97E7-4133-B35A-AC2EF334CD2B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6610067" y="4588832"/>
            <a:ext cx="1772153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pPr rtl="0"/>
            <a:r>
              <a:rPr lang="bg-BG" noProof="0" dirty="0"/>
              <a:t>Конкурент 5</a:t>
            </a:r>
          </a:p>
          <a:p>
            <a:pPr rtl="0"/>
            <a:r>
              <a:rPr lang="bg-BG" noProof="0" dirty="0"/>
              <a:t>Лого</a:t>
            </a:r>
          </a:p>
        </p:txBody>
      </p:sp>
      <p:sp>
        <p:nvSpPr>
          <p:cNvPr id="28" name="Контейнер за картина 11" descr="Квадрант на емблеми на конкуренти">
            <a:extLst>
              <a:ext uri="{FF2B5EF4-FFF2-40B4-BE49-F238E27FC236}">
                <a16:creationId xmlns:a16="http://schemas.microsoft.com/office/drawing/2014/main" id="{8D1A7417-EFAD-46F6-ADA5-117D4C7B1A9D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9571158" y="4977452"/>
            <a:ext cx="1772153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pPr rtl="0"/>
            <a:r>
              <a:rPr lang="bg-BG" noProof="0" dirty="0"/>
              <a:t>Конкурент 6</a:t>
            </a:r>
          </a:p>
          <a:p>
            <a:pPr rtl="0"/>
            <a:r>
              <a:rPr lang="bg-BG" noProof="0" dirty="0"/>
              <a:t>Лого</a:t>
            </a:r>
          </a:p>
        </p:txBody>
      </p:sp>
      <p:sp>
        <p:nvSpPr>
          <p:cNvPr id="29" name="Контейнер за текст 7">
            <a:extLst>
              <a:ext uri="{FF2B5EF4-FFF2-40B4-BE49-F238E27FC236}">
                <a16:creationId xmlns:a16="http://schemas.microsoft.com/office/drawing/2014/main" id="{D4B80E14-BBC8-42CC-8777-FFF50D168A0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89869" y="3642757"/>
            <a:ext cx="2741612" cy="248888"/>
          </a:xfrm>
        </p:spPr>
        <p:txBody>
          <a:bodyPr wrap="square" lIns="0" tIns="0" rIns="0" bIns="0" rtlCol="0">
            <a:no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 rtl="0"/>
            <a:r>
              <a:rPr lang="bg-BG" noProof="0" dirty="0"/>
              <a:t>По-скъпи</a:t>
            </a:r>
          </a:p>
        </p:txBody>
      </p:sp>
      <p:sp>
        <p:nvSpPr>
          <p:cNvPr id="30" name="Контейнер за текст 7">
            <a:extLst>
              <a:ext uri="{FF2B5EF4-FFF2-40B4-BE49-F238E27FC236}">
                <a16:creationId xmlns:a16="http://schemas.microsoft.com/office/drawing/2014/main" id="{95033551-3DD0-4EBE-8DFD-9335F8BA926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15481" y="5884080"/>
            <a:ext cx="2741612" cy="248888"/>
          </a:xfrm>
        </p:spPr>
        <p:txBody>
          <a:bodyPr wrap="square" lIns="0" tIns="0" rIns="0" bIns="0" rtlCol="0">
            <a:noAutofit/>
          </a:bodyPr>
          <a:lstStyle>
            <a:lvl1pPr marL="0" indent="0" algn="l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 rtl="0"/>
            <a:r>
              <a:rPr lang="bg-BG" noProof="0" dirty="0"/>
              <a:t>По-неудобни</a:t>
            </a:r>
          </a:p>
        </p:txBody>
      </p:sp>
      <p:sp>
        <p:nvSpPr>
          <p:cNvPr id="31" name="Контейнер за текст 7">
            <a:extLst>
              <a:ext uri="{FF2B5EF4-FFF2-40B4-BE49-F238E27FC236}">
                <a16:creationId xmlns:a16="http://schemas.microsoft.com/office/drawing/2014/main" id="{CC507E62-D7F3-4E81-8DE2-5A7084588A3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5481" y="1343118"/>
            <a:ext cx="2741612" cy="248888"/>
          </a:xfrm>
        </p:spPr>
        <p:txBody>
          <a:bodyPr wrap="square" lIns="0" tIns="0" rIns="0" bIns="0" rtlCol="0">
            <a:noAutofit/>
          </a:bodyPr>
          <a:lstStyle>
            <a:lvl1pPr marL="0" indent="0" algn="l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 rtl="0"/>
            <a:r>
              <a:rPr lang="bg-BG" noProof="0" dirty="0"/>
              <a:t>По-удобни</a:t>
            </a:r>
          </a:p>
        </p:txBody>
      </p:sp>
      <p:sp>
        <p:nvSpPr>
          <p:cNvPr id="32" name="Контейнер за картина 13">
            <a:extLst>
              <a:ext uri="{FF2B5EF4-FFF2-40B4-BE49-F238E27FC236}">
                <a16:creationId xmlns:a16="http://schemas.microsoft.com/office/drawing/2014/main" id="{61EF622D-8E08-41C3-BEBA-2274C2AB487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9417999" y="1977257"/>
            <a:ext cx="1481328" cy="758952"/>
          </a:xfrm>
          <a:noFill/>
          <a:ln>
            <a:noFill/>
          </a:ln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sp>
        <p:nvSpPr>
          <p:cNvPr id="33" name="Контейнер за текст 7">
            <a:extLst>
              <a:ext uri="{FF2B5EF4-FFF2-40B4-BE49-F238E27FC236}">
                <a16:creationId xmlns:a16="http://schemas.microsoft.com/office/drawing/2014/main" id="{690ADA54-0156-49A9-AEF7-A4972EEB15A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651686" y="3642757"/>
            <a:ext cx="2741612" cy="248888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 rtl="0"/>
            <a:r>
              <a:rPr lang="bg-BG" noProof="0" dirty="0"/>
              <a:t>По-евтини</a:t>
            </a:r>
          </a:p>
        </p:txBody>
      </p:sp>
      <p:grpSp>
        <p:nvGrpSpPr>
          <p:cNvPr id="4" name="Група 3">
            <a:extLst>
              <a:ext uri="{FF2B5EF4-FFF2-40B4-BE49-F238E27FC236}">
                <a16:creationId xmlns:a16="http://schemas.microsoft.com/office/drawing/2014/main" id="{32193FB7-0142-40DD-9186-F3156B0AE4B0}"/>
              </a:ext>
            </a:extLst>
          </p:cNvPr>
          <p:cNvGrpSpPr/>
          <p:nvPr userDrawn="1"/>
        </p:nvGrpSpPr>
        <p:grpSpPr>
          <a:xfrm>
            <a:off x="6045600" y="1376748"/>
            <a:ext cx="100800" cy="5481252"/>
            <a:chOff x="6045600" y="1376748"/>
            <a:chExt cx="100800" cy="5481252"/>
          </a:xfrm>
        </p:grpSpPr>
        <p:cxnSp>
          <p:nvCxnSpPr>
            <p:cNvPr id="3" name="Право съединение 2">
              <a:extLst>
                <a:ext uri="{FF2B5EF4-FFF2-40B4-BE49-F238E27FC236}">
                  <a16:creationId xmlns:a16="http://schemas.microsoft.com/office/drawing/2014/main" id="{CD1389D4-2EB7-40E2-B21B-4EE70FCA2236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3389377" y="4151376"/>
              <a:ext cx="541324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Елипса 34">
              <a:extLst>
                <a:ext uri="{FF2B5EF4-FFF2-40B4-BE49-F238E27FC236}">
                  <a16:creationId xmlns:a16="http://schemas.microsoft.com/office/drawing/2014/main" id="{BA48E795-AD00-4819-94E4-A5211D331715}"/>
                </a:ext>
              </a:extLst>
            </p:cNvPr>
            <p:cNvSpPr/>
            <p:nvPr userDrawn="1"/>
          </p:nvSpPr>
          <p:spPr>
            <a:xfrm>
              <a:off x="6045600" y="1376748"/>
              <a:ext cx="100800" cy="10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bg-BG" noProof="0" dirty="0"/>
            </a:p>
          </p:txBody>
        </p:sp>
      </p:grpSp>
      <p:grpSp>
        <p:nvGrpSpPr>
          <p:cNvPr id="37" name="Група 36">
            <a:extLst>
              <a:ext uri="{FF2B5EF4-FFF2-40B4-BE49-F238E27FC236}">
                <a16:creationId xmlns:a16="http://schemas.microsoft.com/office/drawing/2014/main" id="{41BD97BD-35F4-4534-8B74-24D44A99BC58}"/>
              </a:ext>
            </a:extLst>
          </p:cNvPr>
          <p:cNvGrpSpPr/>
          <p:nvPr userDrawn="1"/>
        </p:nvGrpSpPr>
        <p:grpSpPr>
          <a:xfrm rot="5400000">
            <a:off x="5669857" y="-1673474"/>
            <a:ext cx="100800" cy="11440514"/>
            <a:chOff x="6045600" y="1329588"/>
            <a:chExt cx="100800" cy="11440514"/>
          </a:xfrm>
        </p:grpSpPr>
        <p:cxnSp>
          <p:nvCxnSpPr>
            <p:cNvPr id="38" name="Право съединение 37">
              <a:extLst>
                <a:ext uri="{FF2B5EF4-FFF2-40B4-BE49-F238E27FC236}">
                  <a16:creationId xmlns:a16="http://schemas.microsoft.com/office/drawing/2014/main" id="{D8351F13-467F-49F8-8279-C5B29A51798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08032" y="7082102"/>
              <a:ext cx="11376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Елипса 38">
              <a:extLst>
                <a:ext uri="{FF2B5EF4-FFF2-40B4-BE49-F238E27FC236}">
                  <a16:creationId xmlns:a16="http://schemas.microsoft.com/office/drawing/2014/main" id="{09AA12FA-7959-4581-B344-DF9E7B0AD37A}"/>
                </a:ext>
              </a:extLst>
            </p:cNvPr>
            <p:cNvSpPr/>
            <p:nvPr userDrawn="1"/>
          </p:nvSpPr>
          <p:spPr>
            <a:xfrm>
              <a:off x="6045600" y="1329588"/>
              <a:ext cx="100800" cy="10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bg-BG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9395588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формление на съдържание с за три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авоъгълник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bg-BG" noProof="0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7" y="1512271"/>
            <a:ext cx="2828198" cy="12868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bg-BG" noProof="0" dirty="0"/>
              <a:t>КЛИКНЕТЕ ЗА РЕДАКТИРАНЕ</a:t>
            </a:r>
          </a:p>
        </p:txBody>
      </p:sp>
      <p:sp>
        <p:nvSpPr>
          <p:cNvPr id="3" name="Контейнер за текст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1" y="3148315"/>
            <a:ext cx="2216876" cy="2098138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5" name="Контейнер за долен колонтитул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6" name="Контейнер за номер на слайд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t>‹#›</a:t>
            </a:fld>
            <a:endParaRPr lang="bg-BG" noProof="0" dirty="0"/>
          </a:p>
        </p:txBody>
      </p:sp>
      <p:sp>
        <p:nvSpPr>
          <p:cNvPr id="11" name="Контейнер за картина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grpSp>
        <p:nvGrpSpPr>
          <p:cNvPr id="15" name="Група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897696"/>
            <a:ext cx="3675051" cy="100800"/>
            <a:chOff x="0" y="3240138"/>
            <a:chExt cx="3675051" cy="100800"/>
          </a:xfrm>
        </p:grpSpPr>
        <p:cxnSp>
          <p:nvCxnSpPr>
            <p:cNvPr id="13" name="Право съединение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3631475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Елипса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3574251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bg-BG" noProof="0" dirty="0"/>
            </a:p>
          </p:txBody>
        </p:sp>
      </p:grpSp>
      <p:sp>
        <p:nvSpPr>
          <p:cNvPr id="17" name="Елипса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18" name="Право съединение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Елипса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20" name="Право съединение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Контейнер за текст 15">
            <a:extLst>
              <a:ext uri="{FF2B5EF4-FFF2-40B4-BE49-F238E27FC236}">
                <a16:creationId xmlns:a16="http://schemas.microsoft.com/office/drawing/2014/main" id="{DA80730C-5AC9-41A0-ACC5-624F0652D68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75261" y="2631676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7200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bg-BG" noProof="0" dirty="0"/>
              <a:t>1</a:t>
            </a:r>
          </a:p>
        </p:txBody>
      </p:sp>
      <p:sp>
        <p:nvSpPr>
          <p:cNvPr id="22" name="Контейнер за текст 15">
            <a:extLst>
              <a:ext uri="{FF2B5EF4-FFF2-40B4-BE49-F238E27FC236}">
                <a16:creationId xmlns:a16="http://schemas.microsoft.com/office/drawing/2014/main" id="{515B23A8-23EB-4E6E-A24C-4154570D7DC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36251" y="2015540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3600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bg-BG" noProof="0" dirty="0"/>
              <a:t>2</a:t>
            </a:r>
          </a:p>
        </p:txBody>
      </p:sp>
      <p:sp>
        <p:nvSpPr>
          <p:cNvPr id="23" name="Контейнер за текст 15">
            <a:extLst>
              <a:ext uri="{FF2B5EF4-FFF2-40B4-BE49-F238E27FC236}">
                <a16:creationId xmlns:a16="http://schemas.microsoft.com/office/drawing/2014/main" id="{C12919ED-FD55-4081-BB4A-2B2FDA3BED1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397240" y="1239687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3600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bg-BG" noProof="0" dirty="0"/>
              <a:t>3</a:t>
            </a:r>
          </a:p>
        </p:txBody>
      </p:sp>
      <p:cxnSp>
        <p:nvCxnSpPr>
          <p:cNvPr id="24" name="Право съединение 23">
            <a:extLst>
              <a:ext uri="{FF2B5EF4-FFF2-40B4-BE49-F238E27FC236}">
                <a16:creationId xmlns:a16="http://schemas.microsoft.com/office/drawing/2014/main" id="{56A6259C-432B-4405-9E82-995AF092FB7A}"/>
              </a:ext>
            </a:extLst>
          </p:cNvPr>
          <p:cNvCxnSpPr>
            <a:cxnSpLocks/>
          </p:cNvCxnSpPr>
          <p:nvPr userDrawn="1"/>
        </p:nvCxnSpPr>
        <p:spPr>
          <a:xfrm rot="16200000" flipV="1">
            <a:off x="4068065" y="1728891"/>
            <a:ext cx="1792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ав конектор 24">
            <a:extLst>
              <a:ext uri="{FF2B5EF4-FFF2-40B4-BE49-F238E27FC236}">
                <a16:creationId xmlns:a16="http://schemas.microsoft.com/office/drawing/2014/main" id="{13BC485E-8BCE-479F-A7E9-7F9E193E6E96}"/>
              </a:ext>
            </a:extLst>
          </p:cNvPr>
          <p:cNvCxnSpPr>
            <a:cxnSpLocks/>
          </p:cNvCxnSpPr>
          <p:nvPr userDrawn="1"/>
        </p:nvCxnSpPr>
        <p:spPr>
          <a:xfrm>
            <a:off x="4964465" y="836613"/>
            <a:ext cx="592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ав конектор 25">
            <a:extLst>
              <a:ext uri="{FF2B5EF4-FFF2-40B4-BE49-F238E27FC236}">
                <a16:creationId xmlns:a16="http://schemas.microsoft.com/office/drawing/2014/main" id="{D5094BC6-BA16-4E05-868C-3AE971AF3DA4}"/>
              </a:ext>
            </a:extLst>
          </p:cNvPr>
          <p:cNvCxnSpPr>
            <a:cxnSpLocks/>
          </p:cNvCxnSpPr>
          <p:nvPr userDrawn="1"/>
        </p:nvCxnSpPr>
        <p:spPr>
          <a:xfrm rot="16200000" flipV="1">
            <a:off x="10688444" y="1030491"/>
            <a:ext cx="39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аво съединение 26">
            <a:extLst>
              <a:ext uri="{FF2B5EF4-FFF2-40B4-BE49-F238E27FC236}">
                <a16:creationId xmlns:a16="http://schemas.microsoft.com/office/drawing/2014/main" id="{F9130EC6-4A8D-447F-862E-E5A693E68C8C}"/>
              </a:ext>
            </a:extLst>
          </p:cNvPr>
          <p:cNvCxnSpPr>
            <a:cxnSpLocks/>
          </p:cNvCxnSpPr>
          <p:nvPr userDrawn="1"/>
        </p:nvCxnSpPr>
        <p:spPr>
          <a:xfrm flipV="1">
            <a:off x="7925455" y="837355"/>
            <a:ext cx="0" cy="11781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Контейнер за текст 2">
            <a:extLst>
              <a:ext uri="{FF2B5EF4-FFF2-40B4-BE49-F238E27FC236}">
                <a16:creationId xmlns:a16="http://schemas.microsoft.com/office/drawing/2014/main" id="{1B29C9C1-9494-4E8B-A0F3-611E947A19B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3151266" y="4543170"/>
            <a:ext cx="2589369" cy="1280958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30" name="Контейнер за текст 2">
            <a:extLst>
              <a:ext uri="{FF2B5EF4-FFF2-40B4-BE49-F238E27FC236}">
                <a16:creationId xmlns:a16="http://schemas.microsoft.com/office/drawing/2014/main" id="{ABB09D16-148A-45C2-B0B8-1495E8DC7D6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151265" y="4246467"/>
            <a:ext cx="2415199" cy="236141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31" name="Контейнер за текст 2">
            <a:extLst>
              <a:ext uri="{FF2B5EF4-FFF2-40B4-BE49-F238E27FC236}">
                <a16:creationId xmlns:a16="http://schemas.microsoft.com/office/drawing/2014/main" id="{67814C7C-3597-4B16-A4AC-D81985C587BD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3151265" y="3883902"/>
            <a:ext cx="2415199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основното текстово съобщение</a:t>
            </a:r>
          </a:p>
        </p:txBody>
      </p:sp>
      <p:sp>
        <p:nvSpPr>
          <p:cNvPr id="43" name="Контейнер за текст 2">
            <a:extLst>
              <a:ext uri="{FF2B5EF4-FFF2-40B4-BE49-F238E27FC236}">
                <a16:creationId xmlns:a16="http://schemas.microsoft.com/office/drawing/2014/main" id="{EFE2A8C5-F462-436C-B748-BBE5D58CB8B4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6048861" y="3849559"/>
            <a:ext cx="2589369" cy="1786953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44" name="Контейнер за текст 2">
            <a:extLst>
              <a:ext uri="{FF2B5EF4-FFF2-40B4-BE49-F238E27FC236}">
                <a16:creationId xmlns:a16="http://schemas.microsoft.com/office/drawing/2014/main" id="{586DAC0D-9859-40A1-8456-F0B43D96718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6048860" y="3552857"/>
            <a:ext cx="2415199" cy="236141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45" name="Контейнер за текст 2">
            <a:extLst>
              <a:ext uri="{FF2B5EF4-FFF2-40B4-BE49-F238E27FC236}">
                <a16:creationId xmlns:a16="http://schemas.microsoft.com/office/drawing/2014/main" id="{37B983EE-F89D-4F09-8A9F-2347FA36421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048860" y="3190292"/>
            <a:ext cx="2415199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основното текстово съобщение</a:t>
            </a:r>
          </a:p>
        </p:txBody>
      </p:sp>
      <p:sp>
        <p:nvSpPr>
          <p:cNvPr id="46" name="Контейнер за текст 2">
            <a:extLst>
              <a:ext uri="{FF2B5EF4-FFF2-40B4-BE49-F238E27FC236}">
                <a16:creationId xmlns:a16="http://schemas.microsoft.com/office/drawing/2014/main" id="{D30DD128-A937-4A2F-B070-523A5BAAE260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975159" y="3147170"/>
            <a:ext cx="2589369" cy="2311934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47" name="Контейнер за текст 2">
            <a:extLst>
              <a:ext uri="{FF2B5EF4-FFF2-40B4-BE49-F238E27FC236}">
                <a16:creationId xmlns:a16="http://schemas.microsoft.com/office/drawing/2014/main" id="{5737B87C-E3C0-46B2-8B79-63EB60491503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8975158" y="2850467"/>
            <a:ext cx="2415199" cy="236141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48" name="Контейнер за текст 2">
            <a:extLst>
              <a:ext uri="{FF2B5EF4-FFF2-40B4-BE49-F238E27FC236}">
                <a16:creationId xmlns:a16="http://schemas.microsoft.com/office/drawing/2014/main" id="{22F76863-7DCD-4365-80F0-001D51F08779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8975158" y="2487902"/>
            <a:ext cx="2415199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основното текстово съобщение</a:t>
            </a:r>
          </a:p>
        </p:txBody>
      </p:sp>
    </p:spTree>
    <p:extLst>
      <p:ext uri="{BB962C8B-B14F-4D97-AF65-F5344CB8AC3E}">
        <p14:creationId xmlns:p14="http://schemas.microsoft.com/office/powerpoint/2010/main" val="3078273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формление на съдържание таблица и диагра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авоъгълник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bg-BG" noProof="0" dirty="0"/>
          </a:p>
        </p:txBody>
      </p:sp>
      <p:sp>
        <p:nvSpPr>
          <p:cNvPr id="5" name="Контейнер за дата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6" name="Контейнер за долен колонтитул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7" name="Контейнер за номер на слайд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t>‹#›</a:t>
            </a:fld>
            <a:endParaRPr lang="bg-BG" noProof="0" dirty="0"/>
          </a:p>
        </p:txBody>
      </p:sp>
      <p:sp>
        <p:nvSpPr>
          <p:cNvPr id="8" name="Заглавие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707529"/>
            <a:ext cx="5314072" cy="569086"/>
          </a:xfrm>
        </p:spPr>
        <p:txBody>
          <a:bodyPr lIns="0" tIns="0" rIns="0" bIns="0" rtlCol="0" anchor="b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bg-BG" noProof="0" dirty="0"/>
              <a:t>КЛИКНЕТЕ, ЗА ДА РЕДАКТИРАТЕ ЗАГЛАВИЕТО</a:t>
            </a:r>
          </a:p>
        </p:txBody>
      </p:sp>
      <p:sp>
        <p:nvSpPr>
          <p:cNvPr id="10" name="Контейнер за картина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grpSp>
        <p:nvGrpSpPr>
          <p:cNvPr id="11" name="Група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096000" y="1383372"/>
            <a:ext cx="6096000" cy="100800"/>
            <a:chOff x="646015" y="3248308"/>
            <a:chExt cx="3107749" cy="100800"/>
          </a:xfrm>
        </p:grpSpPr>
        <p:cxnSp>
          <p:nvCxnSpPr>
            <p:cNvPr id="12" name="Право съединение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015" y="3290538"/>
              <a:ext cx="3107749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Елипса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702376" y="324830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bg-BG" noProof="0" dirty="0"/>
            </a:p>
          </p:txBody>
        </p:sp>
      </p:grpSp>
      <p:cxnSp>
        <p:nvCxnSpPr>
          <p:cNvPr id="17" name="Право съединение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Елипса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19" name="Право съединение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Елипса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sp>
        <p:nvSpPr>
          <p:cNvPr id="36" name="Контейнер за текст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831850" y="2031832"/>
            <a:ext cx="2915732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24" name="Контейнер за текст 2">
            <a:extLst>
              <a:ext uri="{FF2B5EF4-FFF2-40B4-BE49-F238E27FC236}">
                <a16:creationId xmlns:a16="http://schemas.microsoft.com/office/drawing/2014/main" id="{FB2A0B34-417C-46AC-95C0-9B2A2FCC8BF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096000" y="2031832"/>
            <a:ext cx="2915732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3" name="Контейнер на съдържание 2">
            <a:extLst>
              <a:ext uri="{FF2B5EF4-FFF2-40B4-BE49-F238E27FC236}">
                <a16:creationId xmlns:a16="http://schemas.microsoft.com/office/drawing/2014/main" id="{7D36F8EF-728B-45C1-87D8-4AD8FA8F371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03275" y="2524125"/>
            <a:ext cx="4970463" cy="2935288"/>
          </a:xfrm>
        </p:spPr>
        <p:txBody>
          <a:bodyPr rtlCol="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bg-BG" noProof="0"/>
              <a:t>Щракнете, за да редактирате стиловете на текста в образеца</a:t>
            </a:r>
          </a:p>
          <a:p>
            <a:pPr lvl="1" rtl="0"/>
            <a:r>
              <a:rPr lang="bg-BG" noProof="0"/>
              <a:t>Второ ниво</a:t>
            </a:r>
          </a:p>
          <a:p>
            <a:pPr lvl="2" rtl="0"/>
            <a:r>
              <a:rPr lang="bg-BG" noProof="0"/>
              <a:t>Трето ниво</a:t>
            </a:r>
          </a:p>
          <a:p>
            <a:pPr lvl="3" rtl="0"/>
            <a:r>
              <a:rPr lang="bg-BG" noProof="0"/>
              <a:t>Четвърто ниво</a:t>
            </a:r>
          </a:p>
          <a:p>
            <a:pPr lvl="4" rtl="0"/>
            <a:r>
              <a:rPr lang="bg-BG" noProof="0"/>
              <a:t>Пето ниво</a:t>
            </a:r>
            <a:endParaRPr lang="bg-BG" noProof="0" dirty="0"/>
          </a:p>
        </p:txBody>
      </p:sp>
      <p:sp>
        <p:nvSpPr>
          <p:cNvPr id="22" name="Контейнер на съдържание 2">
            <a:extLst>
              <a:ext uri="{FF2B5EF4-FFF2-40B4-BE49-F238E27FC236}">
                <a16:creationId xmlns:a16="http://schemas.microsoft.com/office/drawing/2014/main" id="{7395C5B4-6B03-4F70-96F8-3AE3A7817B52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096000" y="2524125"/>
            <a:ext cx="4970463" cy="2935288"/>
          </a:xfrm>
        </p:spPr>
        <p:txBody>
          <a:bodyPr rtlCol="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bg-BG" noProof="0"/>
              <a:t>Щракнете, за да редактирате стиловете на текста в образеца</a:t>
            </a:r>
          </a:p>
          <a:p>
            <a:pPr lvl="1" rtl="0"/>
            <a:r>
              <a:rPr lang="bg-BG" noProof="0"/>
              <a:t>Второ ниво</a:t>
            </a:r>
          </a:p>
          <a:p>
            <a:pPr lvl="2" rtl="0"/>
            <a:r>
              <a:rPr lang="bg-BG" noProof="0"/>
              <a:t>Трето ниво</a:t>
            </a:r>
          </a:p>
          <a:p>
            <a:pPr lvl="3" rtl="0"/>
            <a:r>
              <a:rPr lang="bg-BG" noProof="0"/>
              <a:t>Четвърто ниво</a:t>
            </a:r>
          </a:p>
          <a:p>
            <a:pPr lvl="4" rtl="0"/>
            <a:r>
              <a:rPr lang="bg-BG" noProof="0"/>
              <a:t>Пето ниво</a:t>
            </a:r>
            <a:endParaRPr lang="bg-BG" noProof="0" dirty="0"/>
          </a:p>
        </p:txBody>
      </p:sp>
    </p:spTree>
    <p:extLst>
      <p:ext uri="{BB962C8B-B14F-4D97-AF65-F5344CB8AC3E}">
        <p14:creationId xmlns:p14="http://schemas.microsoft.com/office/powerpoint/2010/main" val="7789154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формление на съдържание с линия на време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авоъгълник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bg-BG" noProof="0" dirty="0"/>
          </a:p>
        </p:txBody>
      </p:sp>
      <p:sp>
        <p:nvSpPr>
          <p:cNvPr id="5" name="Контейнер за дата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6" name="Контейнер за долен колонтитул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7" name="Контейнер за номер на слайд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t>‹#›</a:t>
            </a:fld>
            <a:endParaRPr lang="bg-BG" noProof="0" dirty="0"/>
          </a:p>
        </p:txBody>
      </p:sp>
      <p:sp>
        <p:nvSpPr>
          <p:cNvPr id="8" name="Заглавие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6466" y="707529"/>
            <a:ext cx="2673606" cy="569086"/>
          </a:xfrm>
        </p:spPr>
        <p:txBody>
          <a:bodyPr lIns="0" tIns="0" rIns="0" bIns="0" rtlCol="0" anchor="b">
            <a:normAutofit/>
          </a:bodyPr>
          <a:lstStyle>
            <a:lvl1pPr algn="r">
              <a:defRPr sz="3600"/>
            </a:lvl1pPr>
          </a:lstStyle>
          <a:p>
            <a:pPr rtl="0"/>
            <a:r>
              <a:rPr lang="bg-BG" noProof="0" dirty="0"/>
              <a:t>ЛИНИЯ НА ВРЕМЕТО</a:t>
            </a:r>
          </a:p>
        </p:txBody>
      </p:sp>
      <p:sp>
        <p:nvSpPr>
          <p:cNvPr id="9" name="Контейнер за текст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47803" y="1625821"/>
            <a:ext cx="2262267" cy="2021536"/>
          </a:xfrm>
        </p:spPr>
        <p:txBody>
          <a:bodyPr lIns="0" tIns="0" rIns="0" bIns="0" rtlCol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10" name="Контейнер за картина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grpSp>
        <p:nvGrpSpPr>
          <p:cNvPr id="11" name="Група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9433858" y="1375202"/>
            <a:ext cx="2691459" cy="100800"/>
            <a:chOff x="2763170" y="3240138"/>
            <a:chExt cx="1372101" cy="100800"/>
          </a:xfrm>
        </p:grpSpPr>
        <p:cxnSp>
          <p:nvCxnSpPr>
            <p:cNvPr id="12" name="Право съединение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  <a:endCxn id="13" idx="6"/>
            </p:cNvCxnSpPr>
            <p:nvPr userDrawn="1"/>
          </p:nvCxnSpPr>
          <p:spPr>
            <a:xfrm>
              <a:off x="2763170" y="3290538"/>
              <a:ext cx="1372101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Елипса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4083883" y="324013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bg-BG" noProof="0" dirty="0"/>
            </a:p>
          </p:txBody>
        </p:sp>
      </p:grpSp>
      <p:cxnSp>
        <p:nvCxnSpPr>
          <p:cNvPr id="17" name="Право съединение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Елипса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19" name="Право съединение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Елипса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sp>
        <p:nvSpPr>
          <p:cNvPr id="16" name="Контейнер за текст 15">
            <a:extLst>
              <a:ext uri="{FF2B5EF4-FFF2-40B4-BE49-F238E27FC236}">
                <a16:creationId xmlns:a16="http://schemas.microsoft.com/office/drawing/2014/main" id="{D0092E26-7A96-4712-98A7-FFDA7C3D77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18284" y="685667"/>
            <a:ext cx="261621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bg-BG" noProof="0" dirty="0"/>
              <a:t>20XX</a:t>
            </a:r>
          </a:p>
        </p:txBody>
      </p:sp>
      <p:sp>
        <p:nvSpPr>
          <p:cNvPr id="34" name="Контейнер за текст 2">
            <a:extLst>
              <a:ext uri="{FF2B5EF4-FFF2-40B4-BE49-F238E27FC236}">
                <a16:creationId xmlns:a16="http://schemas.microsoft.com/office/drawing/2014/main" id="{B17B484C-F876-40B2-89DE-FC7A9E54C83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930241" y="1079309"/>
            <a:ext cx="2810591" cy="758864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36" name="Контейнер за текст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930241" y="786637"/>
            <a:ext cx="2810591" cy="292671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cxnSp>
        <p:nvCxnSpPr>
          <p:cNvPr id="14" name="Право съединение 13">
            <a:extLst>
              <a:ext uri="{FF2B5EF4-FFF2-40B4-BE49-F238E27FC236}">
                <a16:creationId xmlns:a16="http://schemas.microsoft.com/office/drawing/2014/main" id="{1AD3A3AB-488E-4090-9FD5-E005D5A9ECF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2094269" y="3429000"/>
            <a:ext cx="685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Елипса 20">
            <a:extLst>
              <a:ext uri="{FF2B5EF4-FFF2-40B4-BE49-F238E27FC236}">
                <a16:creationId xmlns:a16="http://schemas.microsoft.com/office/drawing/2014/main" id="{BD6729DC-C5B3-485B-B5CD-F06FC3CAFD9A}"/>
              </a:ext>
            </a:extLst>
          </p:cNvPr>
          <p:cNvSpPr/>
          <p:nvPr userDrawn="1"/>
        </p:nvSpPr>
        <p:spPr>
          <a:xfrm>
            <a:off x="5372392" y="959827"/>
            <a:ext cx="301752" cy="301752"/>
          </a:xfrm>
          <a:prstGeom prst="ellipse">
            <a:avLst/>
          </a:prstGeom>
          <a:solidFill>
            <a:srgbClr val="0F17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bg-BG" noProof="0" dirty="0"/>
          </a:p>
        </p:txBody>
      </p:sp>
      <p:sp>
        <p:nvSpPr>
          <p:cNvPr id="29" name="Елипса 28">
            <a:extLst>
              <a:ext uri="{FF2B5EF4-FFF2-40B4-BE49-F238E27FC236}">
                <a16:creationId xmlns:a16="http://schemas.microsoft.com/office/drawing/2014/main" id="{C4046DD7-8FB2-43D4-8E94-3D35DC3E2891}"/>
              </a:ext>
            </a:extLst>
          </p:cNvPr>
          <p:cNvSpPr/>
          <p:nvPr userDrawn="1"/>
        </p:nvSpPr>
        <p:spPr>
          <a:xfrm>
            <a:off x="5372392" y="5362327"/>
            <a:ext cx="301752" cy="301752"/>
          </a:xfrm>
          <a:prstGeom prst="ellipse">
            <a:avLst/>
          </a:prstGeom>
          <a:solidFill>
            <a:srgbClr val="0F17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bg-BG" noProof="0" dirty="0"/>
          </a:p>
        </p:txBody>
      </p:sp>
      <p:sp>
        <p:nvSpPr>
          <p:cNvPr id="30" name="Елипса 29">
            <a:extLst>
              <a:ext uri="{FF2B5EF4-FFF2-40B4-BE49-F238E27FC236}">
                <a16:creationId xmlns:a16="http://schemas.microsoft.com/office/drawing/2014/main" id="{A320A73A-D3CB-4E04-B7E2-F3696B8ACDEA}"/>
              </a:ext>
            </a:extLst>
          </p:cNvPr>
          <p:cNvSpPr/>
          <p:nvPr userDrawn="1"/>
        </p:nvSpPr>
        <p:spPr>
          <a:xfrm>
            <a:off x="5372392" y="2427327"/>
            <a:ext cx="301752" cy="301752"/>
          </a:xfrm>
          <a:prstGeom prst="ellipse">
            <a:avLst/>
          </a:prstGeom>
          <a:solidFill>
            <a:srgbClr val="0F17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bg-BG" noProof="0" dirty="0"/>
          </a:p>
        </p:txBody>
      </p:sp>
      <p:sp>
        <p:nvSpPr>
          <p:cNvPr id="31" name="Елипса 30">
            <a:extLst>
              <a:ext uri="{FF2B5EF4-FFF2-40B4-BE49-F238E27FC236}">
                <a16:creationId xmlns:a16="http://schemas.microsoft.com/office/drawing/2014/main" id="{3E2B01F0-78A8-41AE-95B8-811603402031}"/>
              </a:ext>
            </a:extLst>
          </p:cNvPr>
          <p:cNvSpPr/>
          <p:nvPr userDrawn="1"/>
        </p:nvSpPr>
        <p:spPr>
          <a:xfrm>
            <a:off x="5372392" y="3894827"/>
            <a:ext cx="301752" cy="301752"/>
          </a:xfrm>
          <a:prstGeom prst="ellipse">
            <a:avLst/>
          </a:prstGeom>
          <a:solidFill>
            <a:srgbClr val="0F17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bg-BG" noProof="0" dirty="0"/>
          </a:p>
        </p:txBody>
      </p:sp>
      <p:sp>
        <p:nvSpPr>
          <p:cNvPr id="32" name="Контейнер за текст 2">
            <a:extLst>
              <a:ext uri="{FF2B5EF4-FFF2-40B4-BE49-F238E27FC236}">
                <a16:creationId xmlns:a16="http://schemas.microsoft.com/office/drawing/2014/main" id="{A70E382B-B932-45B7-BD95-6D722A4A248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930241" y="2532448"/>
            <a:ext cx="2810591" cy="758864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33" name="Контейнер за текст 2">
            <a:extLst>
              <a:ext uri="{FF2B5EF4-FFF2-40B4-BE49-F238E27FC236}">
                <a16:creationId xmlns:a16="http://schemas.microsoft.com/office/drawing/2014/main" id="{2F096B52-06C2-46DF-BB33-70D931283F16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5930241" y="2239776"/>
            <a:ext cx="2810591" cy="292671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35" name="Контейнер за текст 2">
            <a:extLst>
              <a:ext uri="{FF2B5EF4-FFF2-40B4-BE49-F238E27FC236}">
                <a16:creationId xmlns:a16="http://schemas.microsoft.com/office/drawing/2014/main" id="{5D87FD43-95C9-4217-AD5F-FE02E28AD4CE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930241" y="3985587"/>
            <a:ext cx="2810591" cy="758864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37" name="Контейнер за текст 2">
            <a:extLst>
              <a:ext uri="{FF2B5EF4-FFF2-40B4-BE49-F238E27FC236}">
                <a16:creationId xmlns:a16="http://schemas.microsoft.com/office/drawing/2014/main" id="{A6706CEB-523E-4248-9A66-5D139D8B0DE5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5930241" y="3692915"/>
            <a:ext cx="2810591" cy="292671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38" name="Контейнер за текст 2">
            <a:extLst>
              <a:ext uri="{FF2B5EF4-FFF2-40B4-BE49-F238E27FC236}">
                <a16:creationId xmlns:a16="http://schemas.microsoft.com/office/drawing/2014/main" id="{6ADC931C-F9B2-467E-A024-CB5BE74BAD8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5930241" y="5438727"/>
            <a:ext cx="2810591" cy="758864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39" name="Контейнер за текст 2">
            <a:extLst>
              <a:ext uri="{FF2B5EF4-FFF2-40B4-BE49-F238E27FC236}">
                <a16:creationId xmlns:a16="http://schemas.microsoft.com/office/drawing/2014/main" id="{0A301DE6-2E75-41F5-9314-B269815BA3F3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930241" y="5146055"/>
            <a:ext cx="2810591" cy="292671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40" name="Контейнер за текст 15">
            <a:extLst>
              <a:ext uri="{FF2B5EF4-FFF2-40B4-BE49-F238E27FC236}">
                <a16:creationId xmlns:a16="http://schemas.microsoft.com/office/drawing/2014/main" id="{B9154606-4DE0-4DC7-830A-371423BE420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618284" y="2153566"/>
            <a:ext cx="261621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bg-BG" noProof="0" dirty="0"/>
              <a:t>20XX</a:t>
            </a:r>
          </a:p>
        </p:txBody>
      </p:sp>
      <p:sp>
        <p:nvSpPr>
          <p:cNvPr id="41" name="Контейнер за текст 15">
            <a:extLst>
              <a:ext uri="{FF2B5EF4-FFF2-40B4-BE49-F238E27FC236}">
                <a16:creationId xmlns:a16="http://schemas.microsoft.com/office/drawing/2014/main" id="{5AC8C127-0F88-413C-B7BA-2ED0F81E7D4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618284" y="3621465"/>
            <a:ext cx="261621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bg-BG" noProof="0" dirty="0"/>
              <a:t>20XX</a:t>
            </a:r>
          </a:p>
        </p:txBody>
      </p:sp>
      <p:sp>
        <p:nvSpPr>
          <p:cNvPr id="42" name="Контейнер за текст 15">
            <a:extLst>
              <a:ext uri="{FF2B5EF4-FFF2-40B4-BE49-F238E27FC236}">
                <a16:creationId xmlns:a16="http://schemas.microsoft.com/office/drawing/2014/main" id="{63C5707A-6E08-4B58-A5FE-40063DB6548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618284" y="5089363"/>
            <a:ext cx="261621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bg-BG" noProof="0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6275356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формление на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авоъгълник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bg-BG" noProof="0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2260000"/>
            <a:ext cx="3911599" cy="1177174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bg-BG" noProof="0" dirty="0"/>
              <a:t>КЛИКНЕТЕ ЗА РЕДАКТИРАНЕ</a:t>
            </a:r>
          </a:p>
        </p:txBody>
      </p:sp>
      <p:sp>
        <p:nvSpPr>
          <p:cNvPr id="3" name="Контейнер за текст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890303"/>
            <a:ext cx="3275463" cy="882062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5" name="Контейнер за долен колонтитул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6" name="Контейнер за номер на слайд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t>‹#›</a:t>
            </a:fld>
            <a:endParaRPr lang="bg-BG" noProof="0" dirty="0"/>
          </a:p>
        </p:txBody>
      </p:sp>
      <p:sp>
        <p:nvSpPr>
          <p:cNvPr id="11" name="Контейнер за картина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grpSp>
        <p:nvGrpSpPr>
          <p:cNvPr id="15" name="Група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3598737"/>
            <a:ext cx="2945606" cy="100800"/>
            <a:chOff x="-1228304" y="3240138"/>
            <a:chExt cx="2945606" cy="100800"/>
          </a:xfrm>
        </p:grpSpPr>
        <p:cxnSp>
          <p:nvCxnSpPr>
            <p:cNvPr id="13" name="Право съединение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28304" y="3290538"/>
              <a:ext cx="2847975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Елипса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1616502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bg-BG" noProof="0" dirty="0"/>
            </a:p>
          </p:txBody>
        </p:sp>
      </p:grpSp>
      <p:sp>
        <p:nvSpPr>
          <p:cNvPr id="17" name="Елипса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18" name="Право съединение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Елипса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20" name="Право съединение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Контейнер за таблица 9">
            <a:extLst>
              <a:ext uri="{FF2B5EF4-FFF2-40B4-BE49-F238E27FC236}">
                <a16:creationId xmlns:a16="http://schemas.microsoft.com/office/drawing/2014/main" id="{3F646CE6-E75B-4112-896D-5A26E1F1520E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5518150" y="860425"/>
            <a:ext cx="5870575" cy="4867275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bg-BG" noProof="0"/>
              <a:t>Щракнете върху иконата, за да добавите таблица</a:t>
            </a:r>
            <a:endParaRPr lang="bg-BG" noProof="0" dirty="0"/>
          </a:p>
        </p:txBody>
      </p:sp>
    </p:spTree>
    <p:extLst>
      <p:ext uri="{BB962C8B-B14F-4D97-AF65-F5344CB8AC3E}">
        <p14:creationId xmlns:p14="http://schemas.microsoft.com/office/powerpoint/2010/main" val="31839232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формление на съдържание за еки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авоъгълник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bg-BG" noProof="0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7" y="1608523"/>
            <a:ext cx="2828198" cy="12868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bg-BG" noProof="0" dirty="0"/>
              <a:t>КЛИКНЕТЕ ЗА РЕДАКТИРАНЕ</a:t>
            </a:r>
          </a:p>
        </p:txBody>
      </p:sp>
      <p:sp>
        <p:nvSpPr>
          <p:cNvPr id="3" name="Контейнер за текст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1" y="3244567"/>
            <a:ext cx="2828198" cy="2098138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5" name="Контейнер за долен колонтитул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6" name="Контейнер за номер на слайд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t>‹#›</a:t>
            </a:fld>
            <a:endParaRPr lang="bg-BG" noProof="0" dirty="0"/>
          </a:p>
        </p:txBody>
      </p:sp>
      <p:sp>
        <p:nvSpPr>
          <p:cNvPr id="11" name="Контейнер за картина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grpSp>
        <p:nvGrpSpPr>
          <p:cNvPr id="15" name="Група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993948"/>
            <a:ext cx="2686673" cy="100800"/>
            <a:chOff x="0" y="3240138"/>
            <a:chExt cx="2686673" cy="100800"/>
          </a:xfrm>
        </p:grpSpPr>
        <p:cxnSp>
          <p:nvCxnSpPr>
            <p:cNvPr id="13" name="Право съединение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2629523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Елипса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585873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bg-BG" noProof="0" dirty="0"/>
            </a:p>
          </p:txBody>
        </p:sp>
      </p:grpSp>
      <p:sp>
        <p:nvSpPr>
          <p:cNvPr id="17" name="Елипса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18" name="Право съединение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Елипса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20" name="Право съединение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Контейнер за текст 2">
            <a:extLst>
              <a:ext uri="{FF2B5EF4-FFF2-40B4-BE49-F238E27FC236}">
                <a16:creationId xmlns:a16="http://schemas.microsoft.com/office/drawing/2014/main" id="{1B29C9C1-9494-4E8B-A0F3-611E947A19B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128617" y="4355032"/>
            <a:ext cx="2066544" cy="1280958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30" name="Контейнер за текст 2">
            <a:extLst>
              <a:ext uri="{FF2B5EF4-FFF2-40B4-BE49-F238E27FC236}">
                <a16:creationId xmlns:a16="http://schemas.microsoft.com/office/drawing/2014/main" id="{ABB09D16-148A-45C2-B0B8-1495E8DC7D6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128616" y="4042831"/>
            <a:ext cx="2066544" cy="282991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31" name="Контейнер за текст 2">
            <a:extLst>
              <a:ext uri="{FF2B5EF4-FFF2-40B4-BE49-F238E27FC236}">
                <a16:creationId xmlns:a16="http://schemas.microsoft.com/office/drawing/2014/main" id="{67814C7C-3597-4B16-A4AC-D81985C587BD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4128616" y="3428999"/>
            <a:ext cx="2066544" cy="615618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основното текстово съобщение</a:t>
            </a:r>
          </a:p>
        </p:txBody>
      </p:sp>
      <p:sp>
        <p:nvSpPr>
          <p:cNvPr id="9" name="Контейнер за картина 8">
            <a:extLst>
              <a:ext uri="{FF2B5EF4-FFF2-40B4-BE49-F238E27FC236}">
                <a16:creationId xmlns:a16="http://schemas.microsoft.com/office/drawing/2014/main" id="{B284A57B-147A-4287-AA6B-E508A9222F7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130072" y="1179843"/>
            <a:ext cx="2066544" cy="2066544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sp>
        <p:nvSpPr>
          <p:cNvPr id="35" name="Контейнер за картина 8">
            <a:extLst>
              <a:ext uri="{FF2B5EF4-FFF2-40B4-BE49-F238E27FC236}">
                <a16:creationId xmlns:a16="http://schemas.microsoft.com/office/drawing/2014/main" id="{9DBE0996-CEA3-41C3-A75A-84DC3C2B519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28072" y="1179843"/>
            <a:ext cx="2066544" cy="2066544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sp>
        <p:nvSpPr>
          <p:cNvPr id="36" name="Контейнер за картина 8">
            <a:extLst>
              <a:ext uri="{FF2B5EF4-FFF2-40B4-BE49-F238E27FC236}">
                <a16:creationId xmlns:a16="http://schemas.microsoft.com/office/drawing/2014/main" id="{F7B28261-CB14-4E4E-AA66-A0239B3DD28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629072" y="1179843"/>
            <a:ext cx="2066544" cy="2066544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sp>
        <p:nvSpPr>
          <p:cNvPr id="37" name="Контейнер за текст 2">
            <a:extLst>
              <a:ext uri="{FF2B5EF4-FFF2-40B4-BE49-F238E27FC236}">
                <a16:creationId xmlns:a16="http://schemas.microsoft.com/office/drawing/2014/main" id="{BAA53E0C-9536-4177-A63F-0E2565EC53CD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127048" y="4355032"/>
            <a:ext cx="2066400" cy="1280958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38" name="Контейнер за текст 2">
            <a:extLst>
              <a:ext uri="{FF2B5EF4-FFF2-40B4-BE49-F238E27FC236}">
                <a16:creationId xmlns:a16="http://schemas.microsoft.com/office/drawing/2014/main" id="{67EF8E36-183B-420B-AF25-17CFA963987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127047" y="4042831"/>
            <a:ext cx="2066400" cy="282991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39" name="Контейнер за текст 2">
            <a:extLst>
              <a:ext uri="{FF2B5EF4-FFF2-40B4-BE49-F238E27FC236}">
                <a16:creationId xmlns:a16="http://schemas.microsoft.com/office/drawing/2014/main" id="{58DA6E86-8039-4690-AFE1-7CCF07B7CBA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127047" y="3428999"/>
            <a:ext cx="2066400" cy="615618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основното текстово съобщение</a:t>
            </a:r>
          </a:p>
        </p:txBody>
      </p:sp>
      <p:sp>
        <p:nvSpPr>
          <p:cNvPr id="41" name="Контейнер за текст 2">
            <a:extLst>
              <a:ext uri="{FF2B5EF4-FFF2-40B4-BE49-F238E27FC236}">
                <a16:creationId xmlns:a16="http://schemas.microsoft.com/office/drawing/2014/main" id="{933214B9-0452-4C8B-AB10-922F3C3BCF01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6629217" y="4355032"/>
            <a:ext cx="2066400" cy="1280958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42" name="Контейнер за текст 2">
            <a:extLst>
              <a:ext uri="{FF2B5EF4-FFF2-40B4-BE49-F238E27FC236}">
                <a16:creationId xmlns:a16="http://schemas.microsoft.com/office/drawing/2014/main" id="{A5C23113-D98B-48C7-A675-4FD5F50333F3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6629216" y="4042831"/>
            <a:ext cx="2066400" cy="282991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49" name="Контейнер за текст 2">
            <a:extLst>
              <a:ext uri="{FF2B5EF4-FFF2-40B4-BE49-F238E27FC236}">
                <a16:creationId xmlns:a16="http://schemas.microsoft.com/office/drawing/2014/main" id="{09781257-B563-41E0-B9E6-9C7330084BCC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6627903" y="3428999"/>
            <a:ext cx="2066400" cy="615618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основното текстово съобщение</a:t>
            </a:r>
          </a:p>
        </p:txBody>
      </p:sp>
      <p:cxnSp>
        <p:nvCxnSpPr>
          <p:cNvPr id="32" name="Право съединение 31">
            <a:extLst>
              <a:ext uri="{FF2B5EF4-FFF2-40B4-BE49-F238E27FC236}">
                <a16:creationId xmlns:a16="http://schemas.microsoft.com/office/drawing/2014/main" id="{9A32EC27-ACD8-47C0-A3ED-E4ED58D88358}"/>
              </a:ext>
            </a:extLst>
          </p:cNvPr>
          <p:cNvCxnSpPr/>
          <p:nvPr userDrawn="1"/>
        </p:nvCxnSpPr>
        <p:spPr>
          <a:xfrm>
            <a:off x="6195160" y="2217849"/>
            <a:ext cx="43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аво съединение 32">
            <a:extLst>
              <a:ext uri="{FF2B5EF4-FFF2-40B4-BE49-F238E27FC236}">
                <a16:creationId xmlns:a16="http://schemas.microsoft.com/office/drawing/2014/main" id="{99E8819A-135C-4A5C-9F6A-A3BE05AA294F}"/>
              </a:ext>
            </a:extLst>
          </p:cNvPr>
          <p:cNvCxnSpPr/>
          <p:nvPr userDrawn="1"/>
        </p:nvCxnSpPr>
        <p:spPr>
          <a:xfrm>
            <a:off x="8703909" y="2216687"/>
            <a:ext cx="43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3294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оформление на съдържание за еки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авоъгълник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bg-BG" noProof="0" dirty="0"/>
          </a:p>
        </p:txBody>
      </p:sp>
      <p:sp>
        <p:nvSpPr>
          <p:cNvPr id="5" name="Контейнер за дата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6" name="Контейнер за долен колонтитул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7" name="Контейнер за номер на слайд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t>‹#›</a:t>
            </a:fld>
            <a:endParaRPr lang="bg-BG" noProof="0" dirty="0"/>
          </a:p>
        </p:txBody>
      </p:sp>
      <p:sp>
        <p:nvSpPr>
          <p:cNvPr id="8" name="Заглавие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4263" y="707529"/>
            <a:ext cx="6310887" cy="569086"/>
          </a:xfrm>
        </p:spPr>
        <p:txBody>
          <a:bodyPr lIns="0" tIns="0" rIns="0" bIns="0" rtlCol="0" anchor="b">
            <a:normAutofit/>
          </a:bodyPr>
          <a:lstStyle>
            <a:lvl1pPr algn="r">
              <a:defRPr sz="3600"/>
            </a:lvl1pPr>
          </a:lstStyle>
          <a:p>
            <a:pPr rtl="0"/>
            <a:r>
              <a:rPr lang="bg-BG" noProof="0"/>
              <a:t>Редакт. стил загл. образец</a:t>
            </a:r>
            <a:endParaRPr lang="bg-BG" noProof="0" dirty="0"/>
          </a:p>
        </p:txBody>
      </p:sp>
      <p:sp>
        <p:nvSpPr>
          <p:cNvPr id="9" name="Контейнер за текст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04263" y="1625821"/>
            <a:ext cx="6289862" cy="569085"/>
          </a:xfrm>
        </p:spPr>
        <p:txBody>
          <a:bodyPr lIns="0" tIns="0" rIns="0" bIns="0" rtlCol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10" name="Контейнер за картина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grpSp>
        <p:nvGrpSpPr>
          <p:cNvPr id="11" name="Група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507720" y="1375202"/>
            <a:ext cx="5684286" cy="100800"/>
            <a:chOff x="439491" y="3240138"/>
            <a:chExt cx="3549070" cy="100800"/>
          </a:xfrm>
        </p:grpSpPr>
        <p:cxnSp>
          <p:nvCxnSpPr>
            <p:cNvPr id="12" name="Право съединение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9491" y="3290538"/>
              <a:ext cx="348709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Елипса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922837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bg-BG" noProof="0" dirty="0"/>
            </a:p>
          </p:txBody>
        </p:sp>
      </p:grpSp>
      <p:sp>
        <p:nvSpPr>
          <p:cNvPr id="14" name="Контейнер за текст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958968" y="3372939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cxnSp>
        <p:nvCxnSpPr>
          <p:cNvPr id="17" name="Право съединение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Елипса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19" name="Право съединение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Елипса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sp>
        <p:nvSpPr>
          <p:cNvPr id="22" name="Контейнер за текст 2">
            <a:extLst>
              <a:ext uri="{FF2B5EF4-FFF2-40B4-BE49-F238E27FC236}">
                <a16:creationId xmlns:a16="http://schemas.microsoft.com/office/drawing/2014/main" id="{F2ACDD32-C1AB-4359-B055-2F910492987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958968" y="2960253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основното текстово съобщение</a:t>
            </a:r>
          </a:p>
        </p:txBody>
      </p:sp>
      <p:sp>
        <p:nvSpPr>
          <p:cNvPr id="3" name="Контейнер за картина 2">
            <a:extLst>
              <a:ext uri="{FF2B5EF4-FFF2-40B4-BE49-F238E27FC236}">
                <a16:creationId xmlns:a16="http://schemas.microsoft.com/office/drawing/2014/main" id="{F6FF07C5-314A-4EA8-B78F-7A51C234D3A1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21841" y="2764036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cxnSp>
        <p:nvCxnSpPr>
          <p:cNvPr id="23" name="Право съединение 22">
            <a:extLst>
              <a:ext uri="{FF2B5EF4-FFF2-40B4-BE49-F238E27FC236}">
                <a16:creationId xmlns:a16="http://schemas.microsoft.com/office/drawing/2014/main" id="{B691060D-E361-43B0-BFD7-43D7CC4E5CCD}"/>
              </a:ext>
            </a:extLst>
          </p:cNvPr>
          <p:cNvCxnSpPr>
            <a:cxnSpLocks/>
          </p:cNvCxnSpPr>
          <p:nvPr userDrawn="1"/>
        </p:nvCxnSpPr>
        <p:spPr>
          <a:xfrm>
            <a:off x="0" y="3288596"/>
            <a:ext cx="720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Контейнер за текст 2">
            <a:extLst>
              <a:ext uri="{FF2B5EF4-FFF2-40B4-BE49-F238E27FC236}">
                <a16:creationId xmlns:a16="http://schemas.microsoft.com/office/drawing/2014/main" id="{4A98AB01-9578-4430-96AD-F434AF0CDA20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1957127" y="4800796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41" name="Контейнер за текст 2">
            <a:extLst>
              <a:ext uri="{FF2B5EF4-FFF2-40B4-BE49-F238E27FC236}">
                <a16:creationId xmlns:a16="http://schemas.microsoft.com/office/drawing/2014/main" id="{EF9D60F2-A1FB-4A95-997B-A4F1723AC1EC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1957127" y="4388110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основното текстово съобщение</a:t>
            </a:r>
          </a:p>
        </p:txBody>
      </p:sp>
      <p:sp>
        <p:nvSpPr>
          <p:cNvPr id="42" name="Контейнер за картина 2">
            <a:extLst>
              <a:ext uri="{FF2B5EF4-FFF2-40B4-BE49-F238E27FC236}">
                <a16:creationId xmlns:a16="http://schemas.microsoft.com/office/drawing/2014/main" id="{76A56D2A-42F0-40C5-96D7-B1AC33152A8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20000" y="4191893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cxnSp>
        <p:nvCxnSpPr>
          <p:cNvPr id="43" name="Право съединение 42">
            <a:extLst>
              <a:ext uri="{FF2B5EF4-FFF2-40B4-BE49-F238E27FC236}">
                <a16:creationId xmlns:a16="http://schemas.microsoft.com/office/drawing/2014/main" id="{CF6D1C91-9136-4678-A712-92BE9B3902C4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11670" y="4028309"/>
            <a:ext cx="32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Контейнер за текст 2">
            <a:extLst>
              <a:ext uri="{FF2B5EF4-FFF2-40B4-BE49-F238E27FC236}">
                <a16:creationId xmlns:a16="http://schemas.microsoft.com/office/drawing/2014/main" id="{BACF15AB-FF8A-422B-840D-88503024E5D3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708709" y="3372939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45" name="Контейнер за текст 2">
            <a:extLst>
              <a:ext uri="{FF2B5EF4-FFF2-40B4-BE49-F238E27FC236}">
                <a16:creationId xmlns:a16="http://schemas.microsoft.com/office/drawing/2014/main" id="{EFC2028F-7DFE-412D-97DF-707D128D95E0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708709" y="2960253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основното текстово съобщение</a:t>
            </a:r>
          </a:p>
        </p:txBody>
      </p:sp>
      <p:sp>
        <p:nvSpPr>
          <p:cNvPr id="47" name="Контейнер за текст 2">
            <a:extLst>
              <a:ext uri="{FF2B5EF4-FFF2-40B4-BE49-F238E27FC236}">
                <a16:creationId xmlns:a16="http://schemas.microsoft.com/office/drawing/2014/main" id="{4349A4F0-1181-4A58-BFD4-4783CD130356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5704578" y="4800796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48" name="Контейнер за текст 2">
            <a:extLst>
              <a:ext uri="{FF2B5EF4-FFF2-40B4-BE49-F238E27FC236}">
                <a16:creationId xmlns:a16="http://schemas.microsoft.com/office/drawing/2014/main" id="{DC1D5D83-8D32-491F-87EB-9DA9360D4F2B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5704578" y="4388110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основното текстово съобщение</a:t>
            </a:r>
          </a:p>
        </p:txBody>
      </p:sp>
      <p:sp>
        <p:nvSpPr>
          <p:cNvPr id="50" name="Контейнер за текст 2">
            <a:extLst>
              <a:ext uri="{FF2B5EF4-FFF2-40B4-BE49-F238E27FC236}">
                <a16:creationId xmlns:a16="http://schemas.microsoft.com/office/drawing/2014/main" id="{8120723F-A42C-4B81-97FD-6F575E5C2584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453870" y="3372939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51" name="Контейнер за текст 2">
            <a:extLst>
              <a:ext uri="{FF2B5EF4-FFF2-40B4-BE49-F238E27FC236}">
                <a16:creationId xmlns:a16="http://schemas.microsoft.com/office/drawing/2014/main" id="{27D068F1-398F-4D11-977C-080C8151C786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453870" y="2960253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основното текстово съобщение</a:t>
            </a:r>
          </a:p>
        </p:txBody>
      </p:sp>
      <p:sp>
        <p:nvSpPr>
          <p:cNvPr id="53" name="Контейнер за текст 2">
            <a:extLst>
              <a:ext uri="{FF2B5EF4-FFF2-40B4-BE49-F238E27FC236}">
                <a16:creationId xmlns:a16="http://schemas.microsoft.com/office/drawing/2014/main" id="{B795705E-C5CB-46CC-9E41-D2269E07BC15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9452029" y="4800796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54" name="Контейнер за текст 2">
            <a:extLst>
              <a:ext uri="{FF2B5EF4-FFF2-40B4-BE49-F238E27FC236}">
                <a16:creationId xmlns:a16="http://schemas.microsoft.com/office/drawing/2014/main" id="{80211A2B-0F3C-4DBE-AE01-069AE7FC3468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9452029" y="4388110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основното текстово съобщение</a:t>
            </a:r>
          </a:p>
        </p:txBody>
      </p:sp>
      <p:cxnSp>
        <p:nvCxnSpPr>
          <p:cNvPr id="56" name="Право съединение 55">
            <a:extLst>
              <a:ext uri="{FF2B5EF4-FFF2-40B4-BE49-F238E27FC236}">
                <a16:creationId xmlns:a16="http://schemas.microsoft.com/office/drawing/2014/main" id="{2E5E9742-C670-47AB-AA69-AE65D7915B06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31847" y="5364000"/>
            <a:ext cx="2988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аво съединение 56">
            <a:extLst>
              <a:ext uri="{FF2B5EF4-FFF2-40B4-BE49-F238E27FC236}">
                <a16:creationId xmlns:a16="http://schemas.microsoft.com/office/drawing/2014/main" id="{158712DB-5183-45D8-9ABB-6E0795658012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7274194" y="5363999"/>
            <a:ext cx="2988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Контейнер за картина 2">
            <a:extLst>
              <a:ext uri="{FF2B5EF4-FFF2-40B4-BE49-F238E27FC236}">
                <a16:creationId xmlns:a16="http://schemas.microsoft.com/office/drawing/2014/main" id="{417A32F4-3459-4A31-A90E-AA771FD4D491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467451" y="4191893"/>
            <a:ext cx="1106424" cy="1106423"/>
          </a:xfrm>
          <a:prstGeom prst="ellipse">
            <a:avLst/>
          </a:prstGeom>
          <a:solidFill>
            <a:srgbClr val="0F1722"/>
          </a:solidFill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sp>
        <p:nvSpPr>
          <p:cNvPr id="55" name="Контейнер за картина 2">
            <a:extLst>
              <a:ext uri="{FF2B5EF4-FFF2-40B4-BE49-F238E27FC236}">
                <a16:creationId xmlns:a16="http://schemas.microsoft.com/office/drawing/2014/main" id="{63549FA7-92E5-4DB1-92FA-15902DFD3753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214902" y="4191893"/>
            <a:ext cx="1106424" cy="1106423"/>
          </a:xfrm>
          <a:prstGeom prst="ellipse">
            <a:avLst/>
          </a:prstGeom>
          <a:solidFill>
            <a:srgbClr val="0F1722"/>
          </a:solidFill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sp>
        <p:nvSpPr>
          <p:cNvPr id="46" name="Контейнер за картина 2">
            <a:extLst>
              <a:ext uri="{FF2B5EF4-FFF2-40B4-BE49-F238E27FC236}">
                <a16:creationId xmlns:a16="http://schemas.microsoft.com/office/drawing/2014/main" id="{0F62D330-6A30-4A65-89DA-EDFE4AAD343E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469292" y="2764036"/>
            <a:ext cx="1106424" cy="1106423"/>
          </a:xfrm>
          <a:prstGeom prst="ellipse">
            <a:avLst/>
          </a:prstGeom>
          <a:solidFill>
            <a:srgbClr val="0F1722"/>
          </a:solidFill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sp>
        <p:nvSpPr>
          <p:cNvPr id="52" name="Контейнер за картина 2">
            <a:extLst>
              <a:ext uri="{FF2B5EF4-FFF2-40B4-BE49-F238E27FC236}">
                <a16:creationId xmlns:a16="http://schemas.microsoft.com/office/drawing/2014/main" id="{A3FC286B-05E7-4E48-A7FD-197800349118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216743" y="2764036"/>
            <a:ext cx="1106424" cy="1106423"/>
          </a:xfrm>
          <a:prstGeom prst="ellipse">
            <a:avLst/>
          </a:prstGeom>
          <a:solidFill>
            <a:srgbClr val="0F1722"/>
          </a:solidFill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</p:spTree>
    <p:extLst>
      <p:ext uri="{BB962C8B-B14F-4D97-AF65-F5344CB8AC3E}">
        <p14:creationId xmlns:p14="http://schemas.microsoft.com/office/powerpoint/2010/main" val="1744313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формление на кръгова диагра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авоъгълник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bg-BG" noProof="0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1461974"/>
            <a:ext cx="4464049" cy="1177174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bg-BG" noProof="0" dirty="0"/>
              <a:t>КЛИКНЕТЕ ЗА РЕДАКТИРАНЕ</a:t>
            </a:r>
          </a:p>
        </p:txBody>
      </p:sp>
      <p:sp>
        <p:nvSpPr>
          <p:cNvPr id="3" name="Контейнер за текст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092276"/>
            <a:ext cx="4443165" cy="1008841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5" name="Контейнер за долен колонтитул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6" name="Контейнер за номер на слайд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t>‹#›</a:t>
            </a:fld>
            <a:endParaRPr lang="bg-BG" noProof="0" dirty="0"/>
          </a:p>
        </p:txBody>
      </p:sp>
      <p:sp>
        <p:nvSpPr>
          <p:cNvPr id="11" name="Контейнер за картина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grpSp>
        <p:nvGrpSpPr>
          <p:cNvPr id="15" name="Група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811097"/>
            <a:ext cx="3949252" cy="100800"/>
            <a:chOff x="-1228304" y="3250524"/>
            <a:chExt cx="3949252" cy="100800"/>
          </a:xfrm>
        </p:grpSpPr>
        <p:cxnSp>
          <p:nvCxnSpPr>
            <p:cNvPr id="13" name="Право съединение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28304" y="3290538"/>
              <a:ext cx="387858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Елипса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620148" y="3250524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bg-BG" noProof="0" dirty="0"/>
            </a:p>
          </p:txBody>
        </p:sp>
      </p:grpSp>
      <p:sp>
        <p:nvSpPr>
          <p:cNvPr id="17" name="Елипса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18" name="Право съединение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Елипса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20" name="Право съединение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Контейнер за текст 2">
            <a:extLst>
              <a:ext uri="{FF2B5EF4-FFF2-40B4-BE49-F238E27FC236}">
                <a16:creationId xmlns:a16="http://schemas.microsoft.com/office/drawing/2014/main" id="{9A5180A6-7D2B-4341-A749-16387D907EEF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1262770" y="4138611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bg-BG" noProof="0" dirty="0"/>
              <a:t>1 500 000 лв.</a:t>
            </a:r>
          </a:p>
        </p:txBody>
      </p:sp>
      <p:sp>
        <p:nvSpPr>
          <p:cNvPr id="37" name="Контейнер за текст 2">
            <a:extLst>
              <a:ext uri="{FF2B5EF4-FFF2-40B4-BE49-F238E27FC236}">
                <a16:creationId xmlns:a16="http://schemas.microsoft.com/office/drawing/2014/main" id="{79DFBEE7-50AA-4F4F-8B5D-AD23ECAD9919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1262769" y="4499972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bg-BG" noProof="0" dirty="0"/>
              <a:t>Заглавие на категория</a:t>
            </a:r>
          </a:p>
        </p:txBody>
      </p:sp>
      <p:sp>
        <p:nvSpPr>
          <p:cNvPr id="39" name="Контейнер за текст 2">
            <a:extLst>
              <a:ext uri="{FF2B5EF4-FFF2-40B4-BE49-F238E27FC236}">
                <a16:creationId xmlns:a16="http://schemas.microsoft.com/office/drawing/2014/main" id="{306EAF0C-F17D-47D6-BAA1-16745F4F70D9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3193135" y="4138611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bg-BG" noProof="0" dirty="0"/>
              <a:t>1 500 000 лв.</a:t>
            </a:r>
          </a:p>
        </p:txBody>
      </p:sp>
      <p:sp>
        <p:nvSpPr>
          <p:cNvPr id="40" name="Контейнер за текст 2">
            <a:extLst>
              <a:ext uri="{FF2B5EF4-FFF2-40B4-BE49-F238E27FC236}">
                <a16:creationId xmlns:a16="http://schemas.microsoft.com/office/drawing/2014/main" id="{D091E31C-C1DC-4D72-8C9E-3B6BD91E72AF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3193134" y="4499972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bg-BG" noProof="0" dirty="0"/>
              <a:t>Заглавие на категория</a:t>
            </a:r>
          </a:p>
        </p:txBody>
      </p:sp>
      <p:sp>
        <p:nvSpPr>
          <p:cNvPr id="42" name="Контейнер за текст 2">
            <a:extLst>
              <a:ext uri="{FF2B5EF4-FFF2-40B4-BE49-F238E27FC236}">
                <a16:creationId xmlns:a16="http://schemas.microsoft.com/office/drawing/2014/main" id="{F62E753C-C8BE-457D-9B22-6A8227347A67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5123499" y="4142294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bg-BG" noProof="0" dirty="0"/>
              <a:t>1 500 000 лв.</a:t>
            </a:r>
          </a:p>
        </p:txBody>
      </p:sp>
      <p:sp>
        <p:nvSpPr>
          <p:cNvPr id="43" name="Контейнер за текст 2">
            <a:extLst>
              <a:ext uri="{FF2B5EF4-FFF2-40B4-BE49-F238E27FC236}">
                <a16:creationId xmlns:a16="http://schemas.microsoft.com/office/drawing/2014/main" id="{BC1E8F6C-0BDD-4AFA-9E8D-5EF61AA59F50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5123498" y="4503655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bg-BG" noProof="0" dirty="0"/>
              <a:t>Заглавие на категория</a:t>
            </a:r>
          </a:p>
        </p:txBody>
      </p:sp>
      <p:sp>
        <p:nvSpPr>
          <p:cNvPr id="45" name="Контейнер за текст 2">
            <a:extLst>
              <a:ext uri="{FF2B5EF4-FFF2-40B4-BE49-F238E27FC236}">
                <a16:creationId xmlns:a16="http://schemas.microsoft.com/office/drawing/2014/main" id="{C70C9772-55FF-4449-988F-6CDDE075E730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1262770" y="4826750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bg-BG" noProof="0" dirty="0"/>
              <a:t>1 500 000 лв.</a:t>
            </a:r>
          </a:p>
        </p:txBody>
      </p:sp>
      <p:sp>
        <p:nvSpPr>
          <p:cNvPr id="46" name="Контейнер за текст 2">
            <a:extLst>
              <a:ext uri="{FF2B5EF4-FFF2-40B4-BE49-F238E27FC236}">
                <a16:creationId xmlns:a16="http://schemas.microsoft.com/office/drawing/2014/main" id="{75EE6DCE-6A55-4D95-85F7-E22E3E268256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1262769" y="5188111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bg-BG" noProof="0" dirty="0"/>
              <a:t>Заглавие на категория</a:t>
            </a:r>
          </a:p>
        </p:txBody>
      </p:sp>
      <p:sp>
        <p:nvSpPr>
          <p:cNvPr id="48" name="Контейнер за текст 2">
            <a:extLst>
              <a:ext uri="{FF2B5EF4-FFF2-40B4-BE49-F238E27FC236}">
                <a16:creationId xmlns:a16="http://schemas.microsoft.com/office/drawing/2014/main" id="{84DC7882-7541-4AEA-95FE-DDBCF6F9CA32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3193135" y="4826750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bg-BG" noProof="0" dirty="0"/>
              <a:t>1 500 000 лв.</a:t>
            </a:r>
          </a:p>
        </p:txBody>
      </p:sp>
      <p:sp>
        <p:nvSpPr>
          <p:cNvPr id="49" name="Контейнер за текст 2">
            <a:extLst>
              <a:ext uri="{FF2B5EF4-FFF2-40B4-BE49-F238E27FC236}">
                <a16:creationId xmlns:a16="http://schemas.microsoft.com/office/drawing/2014/main" id="{5542D500-4CD6-4FDE-9133-F8020797D9B5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3193134" y="5188111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bg-BG" noProof="0" dirty="0"/>
              <a:t>Заглавие на категория</a:t>
            </a:r>
          </a:p>
        </p:txBody>
      </p:sp>
      <p:sp>
        <p:nvSpPr>
          <p:cNvPr id="51" name="Контейнер за текст 2">
            <a:extLst>
              <a:ext uri="{FF2B5EF4-FFF2-40B4-BE49-F238E27FC236}">
                <a16:creationId xmlns:a16="http://schemas.microsoft.com/office/drawing/2014/main" id="{500C362B-BA02-4F7D-86F6-3F6F2EF20D04}"/>
              </a:ext>
            </a:extLst>
          </p:cNvPr>
          <p:cNvSpPr>
            <a:spLocks noGrp="1"/>
          </p:cNvSpPr>
          <p:nvPr>
            <p:ph type="body" idx="53" hasCustomPrompt="1"/>
          </p:nvPr>
        </p:nvSpPr>
        <p:spPr>
          <a:xfrm>
            <a:off x="5123499" y="4830433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bg-BG" noProof="0" dirty="0"/>
              <a:t>1 500 000 лв.</a:t>
            </a:r>
          </a:p>
        </p:txBody>
      </p:sp>
      <p:sp>
        <p:nvSpPr>
          <p:cNvPr id="52" name="Контейнер за текст 2">
            <a:extLst>
              <a:ext uri="{FF2B5EF4-FFF2-40B4-BE49-F238E27FC236}">
                <a16:creationId xmlns:a16="http://schemas.microsoft.com/office/drawing/2014/main" id="{E213E497-634E-40E7-BF08-765CC21529E2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5123498" y="5191794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bg-BG" noProof="0" dirty="0"/>
              <a:t>Заглавие на категория</a:t>
            </a:r>
          </a:p>
        </p:txBody>
      </p:sp>
      <p:sp>
        <p:nvSpPr>
          <p:cNvPr id="8" name="Елипса 7">
            <a:extLst>
              <a:ext uri="{FF2B5EF4-FFF2-40B4-BE49-F238E27FC236}">
                <a16:creationId xmlns:a16="http://schemas.microsoft.com/office/drawing/2014/main" id="{FA01C659-0131-449B-BA07-5BC568F00BF0}"/>
              </a:ext>
            </a:extLst>
          </p:cNvPr>
          <p:cNvSpPr/>
          <p:nvPr userDrawn="1"/>
        </p:nvSpPr>
        <p:spPr>
          <a:xfrm>
            <a:off x="790959" y="4258650"/>
            <a:ext cx="384048" cy="38404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bg-BG" noProof="0" dirty="0"/>
          </a:p>
        </p:txBody>
      </p:sp>
      <p:sp>
        <p:nvSpPr>
          <p:cNvPr id="54" name="Елипса 53">
            <a:extLst>
              <a:ext uri="{FF2B5EF4-FFF2-40B4-BE49-F238E27FC236}">
                <a16:creationId xmlns:a16="http://schemas.microsoft.com/office/drawing/2014/main" id="{69CB80EA-A8D6-4099-9412-0C14095755FF}"/>
              </a:ext>
            </a:extLst>
          </p:cNvPr>
          <p:cNvSpPr/>
          <p:nvPr userDrawn="1"/>
        </p:nvSpPr>
        <p:spPr>
          <a:xfrm>
            <a:off x="790959" y="4965077"/>
            <a:ext cx="384048" cy="384048"/>
          </a:xfrm>
          <a:prstGeom prst="ellipse">
            <a:avLst/>
          </a:prstGeom>
          <a:solidFill>
            <a:srgbClr val="225B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bg-BG" noProof="0" dirty="0"/>
          </a:p>
        </p:txBody>
      </p:sp>
      <p:sp>
        <p:nvSpPr>
          <p:cNvPr id="55" name="Елипса 54">
            <a:extLst>
              <a:ext uri="{FF2B5EF4-FFF2-40B4-BE49-F238E27FC236}">
                <a16:creationId xmlns:a16="http://schemas.microsoft.com/office/drawing/2014/main" id="{2E20CCE5-B889-49FE-8FA6-A6F0F11A5D91}"/>
              </a:ext>
            </a:extLst>
          </p:cNvPr>
          <p:cNvSpPr/>
          <p:nvPr userDrawn="1"/>
        </p:nvSpPr>
        <p:spPr>
          <a:xfrm>
            <a:off x="2725217" y="4261982"/>
            <a:ext cx="384048" cy="384048"/>
          </a:xfrm>
          <a:prstGeom prst="ellipse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bg-BG" noProof="0" dirty="0"/>
          </a:p>
        </p:txBody>
      </p:sp>
      <p:sp>
        <p:nvSpPr>
          <p:cNvPr id="56" name="Елипса 55">
            <a:extLst>
              <a:ext uri="{FF2B5EF4-FFF2-40B4-BE49-F238E27FC236}">
                <a16:creationId xmlns:a16="http://schemas.microsoft.com/office/drawing/2014/main" id="{769A77E3-4AFB-45BB-8FDC-4AD084EA9D23}"/>
              </a:ext>
            </a:extLst>
          </p:cNvPr>
          <p:cNvSpPr/>
          <p:nvPr userDrawn="1"/>
        </p:nvSpPr>
        <p:spPr>
          <a:xfrm>
            <a:off x="2725217" y="4968409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bg-BG" noProof="0" dirty="0"/>
          </a:p>
        </p:txBody>
      </p:sp>
      <p:sp>
        <p:nvSpPr>
          <p:cNvPr id="57" name="Елипса 56">
            <a:extLst>
              <a:ext uri="{FF2B5EF4-FFF2-40B4-BE49-F238E27FC236}">
                <a16:creationId xmlns:a16="http://schemas.microsoft.com/office/drawing/2014/main" id="{53A8B986-3280-4EAC-846B-9167ECC55646}"/>
              </a:ext>
            </a:extLst>
          </p:cNvPr>
          <p:cNvSpPr/>
          <p:nvPr userDrawn="1"/>
        </p:nvSpPr>
        <p:spPr>
          <a:xfrm>
            <a:off x="4660323" y="4257848"/>
            <a:ext cx="384048" cy="384048"/>
          </a:xfrm>
          <a:prstGeom prst="ellipse">
            <a:avLst/>
          </a:prstGeom>
          <a:solidFill>
            <a:srgbClr val="B531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bg-BG" noProof="0" dirty="0"/>
          </a:p>
        </p:txBody>
      </p:sp>
      <p:sp>
        <p:nvSpPr>
          <p:cNvPr id="58" name="Елипса 57">
            <a:extLst>
              <a:ext uri="{FF2B5EF4-FFF2-40B4-BE49-F238E27FC236}">
                <a16:creationId xmlns:a16="http://schemas.microsoft.com/office/drawing/2014/main" id="{0AE6D315-5EC0-4956-B7BF-B94D2AFE679B}"/>
              </a:ext>
            </a:extLst>
          </p:cNvPr>
          <p:cNvSpPr/>
          <p:nvPr userDrawn="1"/>
        </p:nvSpPr>
        <p:spPr>
          <a:xfrm>
            <a:off x="4660323" y="4964275"/>
            <a:ext cx="384048" cy="38404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bg-BG" noProof="0" dirty="0"/>
          </a:p>
        </p:txBody>
      </p:sp>
      <p:sp>
        <p:nvSpPr>
          <p:cNvPr id="12" name="Контейнер за диаграма 11">
            <a:extLst>
              <a:ext uri="{FF2B5EF4-FFF2-40B4-BE49-F238E27FC236}">
                <a16:creationId xmlns:a16="http://schemas.microsoft.com/office/drawing/2014/main" id="{9ED8422E-0C74-45EF-B794-252146C6639A}"/>
              </a:ext>
            </a:extLst>
          </p:cNvPr>
          <p:cNvSpPr>
            <a:spLocks noGrp="1"/>
          </p:cNvSpPr>
          <p:nvPr>
            <p:ph type="chart" sz="quarter" idx="55"/>
          </p:nvPr>
        </p:nvSpPr>
        <p:spPr>
          <a:xfrm>
            <a:off x="6924675" y="860425"/>
            <a:ext cx="4483100" cy="457358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bg-BG" noProof="0"/>
              <a:t>Щракнете върху иконата, за да добавите диаграма</a:t>
            </a:r>
            <a:endParaRPr lang="bg-BG" noProof="0" dirty="0"/>
          </a:p>
        </p:txBody>
      </p:sp>
      <p:sp>
        <p:nvSpPr>
          <p:cNvPr id="35" name="Елипса 34">
            <a:extLst>
              <a:ext uri="{FF2B5EF4-FFF2-40B4-BE49-F238E27FC236}">
                <a16:creationId xmlns:a16="http://schemas.microsoft.com/office/drawing/2014/main" id="{E8B7C827-F016-49F6-B775-FAC0E6420466}"/>
              </a:ext>
            </a:extLst>
          </p:cNvPr>
          <p:cNvSpPr/>
          <p:nvPr userDrawn="1"/>
        </p:nvSpPr>
        <p:spPr>
          <a:xfrm>
            <a:off x="6905624" y="905669"/>
            <a:ext cx="4483100" cy="4483100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bg-BG" noProof="0" dirty="0"/>
          </a:p>
        </p:txBody>
      </p:sp>
      <p:sp>
        <p:nvSpPr>
          <p:cNvPr id="38" name="Елипса 37">
            <a:extLst>
              <a:ext uri="{FF2B5EF4-FFF2-40B4-BE49-F238E27FC236}">
                <a16:creationId xmlns:a16="http://schemas.microsoft.com/office/drawing/2014/main" id="{C0F8D2C7-9093-4F92-B8A4-D819FEE69F1F}"/>
              </a:ext>
            </a:extLst>
          </p:cNvPr>
          <p:cNvSpPr/>
          <p:nvPr userDrawn="1"/>
        </p:nvSpPr>
        <p:spPr>
          <a:xfrm>
            <a:off x="8294757" y="2294802"/>
            <a:ext cx="1704834" cy="1704834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bg-BG" noProof="0" dirty="0"/>
          </a:p>
        </p:txBody>
      </p:sp>
      <p:cxnSp>
        <p:nvCxnSpPr>
          <p:cNvPr id="41" name="Право съединение 40">
            <a:extLst>
              <a:ext uri="{FF2B5EF4-FFF2-40B4-BE49-F238E27FC236}">
                <a16:creationId xmlns:a16="http://schemas.microsoft.com/office/drawing/2014/main" id="{0DE9D0C0-04C1-4621-8B2D-E65A25A8DCF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75514" y="450000"/>
            <a:ext cx="900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6490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формление на изображен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авоъгълник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bg-BG" noProof="0" dirty="0"/>
          </a:p>
        </p:txBody>
      </p:sp>
      <p:sp>
        <p:nvSpPr>
          <p:cNvPr id="5" name="Контейнер за дата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6" name="Контейнер за долен колонтитул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7" name="Контейнер за номер на слайд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t>‹#›</a:t>
            </a:fld>
            <a:endParaRPr lang="bg-BG" noProof="0" dirty="0"/>
          </a:p>
        </p:txBody>
      </p:sp>
      <p:sp>
        <p:nvSpPr>
          <p:cNvPr id="8" name="Заглавие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94591" y="1411243"/>
            <a:ext cx="4494133" cy="8043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bg-BG" noProof="0" dirty="0"/>
              <a:t>КЛИКНЕТЕ ЗА РЕДАКТИРАНЕ</a:t>
            </a:r>
          </a:p>
        </p:txBody>
      </p:sp>
      <p:sp>
        <p:nvSpPr>
          <p:cNvPr id="9" name="Контейнер за текст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94591" y="2564787"/>
            <a:ext cx="4473108" cy="56908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10" name="Контейнер за картина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grpSp>
        <p:nvGrpSpPr>
          <p:cNvPr id="11" name="Група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848485" y="2314168"/>
            <a:ext cx="5267327" cy="100800"/>
            <a:chOff x="49679" y="3240138"/>
            <a:chExt cx="3434401" cy="100800"/>
          </a:xfrm>
        </p:grpSpPr>
        <p:cxnSp>
          <p:nvCxnSpPr>
            <p:cNvPr id="12" name="Право съединение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endCxn id="13" idx="6"/>
            </p:cNvCxnSpPr>
            <p:nvPr userDrawn="1"/>
          </p:nvCxnSpPr>
          <p:spPr>
            <a:xfrm>
              <a:off x="49679" y="3290538"/>
              <a:ext cx="3434401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Елипса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418356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bg-BG" noProof="0" dirty="0"/>
            </a:p>
          </p:txBody>
        </p:sp>
      </p:grpSp>
      <p:sp>
        <p:nvSpPr>
          <p:cNvPr id="14" name="Контейнер за текст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894591" y="3189568"/>
            <a:ext cx="4482996" cy="2432603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cxnSp>
        <p:nvCxnSpPr>
          <p:cNvPr id="17" name="Право съединение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Елипса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19" name="Право съединение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Елипса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sp>
        <p:nvSpPr>
          <p:cNvPr id="22" name="Контейнер за картина 7">
            <a:extLst>
              <a:ext uri="{FF2B5EF4-FFF2-40B4-BE49-F238E27FC236}">
                <a16:creationId xmlns:a16="http://schemas.microsoft.com/office/drawing/2014/main" id="{CF430BFB-0A7C-4FB8-B93B-8DA19F3E634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3710" y="1792784"/>
            <a:ext cx="6073999" cy="372160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</p:spTree>
    <p:extLst>
      <p:ext uri="{BB962C8B-B14F-4D97-AF65-F5344CB8AC3E}">
        <p14:creationId xmlns:p14="http://schemas.microsoft.com/office/powerpoint/2010/main" val="12869787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формление на съдържание изразяващо благодарнос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авоъгълник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bg-BG" noProof="0" dirty="0"/>
          </a:p>
        </p:txBody>
      </p:sp>
      <p:sp>
        <p:nvSpPr>
          <p:cNvPr id="3" name="Контейнер за картина 2">
            <a:extLst>
              <a:ext uri="{FF2B5EF4-FFF2-40B4-BE49-F238E27FC236}">
                <a16:creationId xmlns:a16="http://schemas.microsoft.com/office/drawing/2014/main" id="{36EF099F-79D2-486F-A4B2-DD4F699752C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096000" y="0"/>
            <a:ext cx="6089650" cy="685800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sp>
        <p:nvSpPr>
          <p:cNvPr id="5" name="Контейнер за дата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6" name="Контейнер за долен колонтитул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7" name="Контейнер за номер на слайд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t>‹#›</a:t>
            </a:fld>
            <a:endParaRPr lang="bg-BG" noProof="0" dirty="0"/>
          </a:p>
        </p:txBody>
      </p:sp>
      <p:sp>
        <p:nvSpPr>
          <p:cNvPr id="10" name="Контейнер за картина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sp>
        <p:nvSpPr>
          <p:cNvPr id="21" name="Заглавие 1">
            <a:extLst>
              <a:ext uri="{FF2B5EF4-FFF2-40B4-BE49-F238E27FC236}">
                <a16:creationId xmlns:a16="http://schemas.microsoft.com/office/drawing/2014/main" id="{1FF22294-F2E5-4C74-A30C-46BA988FD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9959" y="1546091"/>
            <a:ext cx="4846923" cy="1091078"/>
          </a:xfrm>
        </p:spPr>
        <p:txBody>
          <a:bodyPr lIns="0" tIns="0" rIns="0" bIns="0" rtlCol="0" anchor="b" anchorCtr="0">
            <a:noAutofit/>
          </a:bodyPr>
          <a:lstStyle>
            <a:lvl1pPr>
              <a:defRPr sz="5500"/>
            </a:lvl1pPr>
          </a:lstStyle>
          <a:p>
            <a:pPr rtl="0"/>
            <a:r>
              <a:rPr lang="bg-BG" noProof="0" dirty="0"/>
              <a:t>БЛАГОДАРЯ ВИ!</a:t>
            </a:r>
          </a:p>
        </p:txBody>
      </p:sp>
      <p:sp>
        <p:nvSpPr>
          <p:cNvPr id="22" name="Контейнер за текст 3">
            <a:extLst>
              <a:ext uri="{FF2B5EF4-FFF2-40B4-BE49-F238E27FC236}">
                <a16:creationId xmlns:a16="http://schemas.microsoft.com/office/drawing/2014/main" id="{FC5C0DA6-1B31-4BDF-BAEB-BF79781028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5335" y="3083960"/>
            <a:ext cx="4586288" cy="509472"/>
          </a:xfrm>
        </p:spPr>
        <p:txBody>
          <a:bodyPr lIns="0" tIns="0" rIns="0" bIns="0" rtlCol="0" anchor="b" anchorCtr="0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bg-BG" noProof="0" dirty="0"/>
              <a:t>Вълко Костов</a:t>
            </a:r>
          </a:p>
        </p:txBody>
      </p:sp>
      <p:sp>
        <p:nvSpPr>
          <p:cNvPr id="23" name="Контейнер за текст 3">
            <a:extLst>
              <a:ext uri="{FF2B5EF4-FFF2-40B4-BE49-F238E27FC236}">
                <a16:creationId xmlns:a16="http://schemas.microsoft.com/office/drawing/2014/main" id="{5E1647C9-9AC1-4500-A56E-94CABC656E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1850" y="3703834"/>
            <a:ext cx="4586288" cy="230941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7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bg-BG" noProof="0" dirty="0"/>
              <a:t>Телефон:</a:t>
            </a:r>
          </a:p>
        </p:txBody>
      </p:sp>
      <p:sp>
        <p:nvSpPr>
          <p:cNvPr id="24" name="Контейнер за текст 3">
            <a:extLst>
              <a:ext uri="{FF2B5EF4-FFF2-40B4-BE49-F238E27FC236}">
                <a16:creationId xmlns:a16="http://schemas.microsoft.com/office/drawing/2014/main" id="{8605CECB-8164-4428-B478-98C42902F9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4950" y="3946707"/>
            <a:ext cx="4586288" cy="29016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bg-BG" noProof="0" dirty="0"/>
              <a:t>+7 888 999-000-11</a:t>
            </a:r>
          </a:p>
        </p:txBody>
      </p:sp>
      <p:sp>
        <p:nvSpPr>
          <p:cNvPr id="25" name="Контейнер за текст 3">
            <a:extLst>
              <a:ext uri="{FF2B5EF4-FFF2-40B4-BE49-F238E27FC236}">
                <a16:creationId xmlns:a16="http://schemas.microsoft.com/office/drawing/2014/main" id="{D39B56C4-E128-4995-91CC-64C268BC76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750" y="4423954"/>
            <a:ext cx="4586288" cy="230941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ru-RU" sz="1700" b="0" i="1" kern="120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bg-BG" noProof="0" dirty="0"/>
              <a:t>Имейл:</a:t>
            </a:r>
          </a:p>
        </p:txBody>
      </p:sp>
      <p:sp>
        <p:nvSpPr>
          <p:cNvPr id="26" name="Контейнер за текст 3">
            <a:extLst>
              <a:ext uri="{FF2B5EF4-FFF2-40B4-BE49-F238E27FC236}">
                <a16:creationId xmlns:a16="http://schemas.microsoft.com/office/drawing/2014/main" id="{94772DA1-74CC-430C-9A8E-5A6586692C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1850" y="4650785"/>
            <a:ext cx="4586288" cy="364479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bg-BG" noProof="0" dirty="0"/>
              <a:t>kostov@vanarsdelltd.com</a:t>
            </a:r>
          </a:p>
        </p:txBody>
      </p:sp>
      <p:sp>
        <p:nvSpPr>
          <p:cNvPr id="27" name="Контейнер за текст 3">
            <a:extLst>
              <a:ext uri="{FF2B5EF4-FFF2-40B4-BE49-F238E27FC236}">
                <a16:creationId xmlns:a16="http://schemas.microsoft.com/office/drawing/2014/main" id="{7A073B5B-2BE3-49D1-A646-1492F534C94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1850" y="5153025"/>
            <a:ext cx="4586288" cy="230941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ru-RU" sz="1700" b="0" i="1" kern="120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bg-BG" noProof="0" dirty="0"/>
              <a:t>Уеб сайт:</a:t>
            </a:r>
          </a:p>
        </p:txBody>
      </p:sp>
      <p:sp>
        <p:nvSpPr>
          <p:cNvPr id="28" name="Контейнер за текст 3">
            <a:extLst>
              <a:ext uri="{FF2B5EF4-FFF2-40B4-BE49-F238E27FC236}">
                <a16:creationId xmlns:a16="http://schemas.microsoft.com/office/drawing/2014/main" id="{52D10EDD-0329-4443-8665-7603E4A83B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4950" y="5363814"/>
            <a:ext cx="4586288" cy="364479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bg-BG" noProof="0" dirty="0"/>
              <a:t>www.vanarsdelltd.com</a:t>
            </a:r>
          </a:p>
        </p:txBody>
      </p:sp>
      <p:grpSp>
        <p:nvGrpSpPr>
          <p:cNvPr id="4" name="Група 3">
            <a:extLst>
              <a:ext uri="{FF2B5EF4-FFF2-40B4-BE49-F238E27FC236}">
                <a16:creationId xmlns:a16="http://schemas.microsoft.com/office/drawing/2014/main" id="{5F591C52-0202-44BA-A6BE-E2362516B893}"/>
              </a:ext>
            </a:extLst>
          </p:cNvPr>
          <p:cNvGrpSpPr/>
          <p:nvPr userDrawn="1"/>
        </p:nvGrpSpPr>
        <p:grpSpPr>
          <a:xfrm>
            <a:off x="801543" y="2750589"/>
            <a:ext cx="4937460" cy="100800"/>
            <a:chOff x="808548" y="2750589"/>
            <a:chExt cx="4937460" cy="100800"/>
          </a:xfrm>
        </p:grpSpPr>
        <p:grpSp>
          <p:nvGrpSpPr>
            <p:cNvPr id="11" name="Група 10">
              <a:extLst>
                <a:ext uri="{FF2B5EF4-FFF2-40B4-BE49-F238E27FC236}">
                  <a16:creationId xmlns:a16="http://schemas.microsoft.com/office/drawing/2014/main" id="{59E4D57E-4989-4939-A31F-637543FAB606}"/>
                </a:ext>
              </a:extLst>
            </p:cNvPr>
            <p:cNvGrpSpPr/>
            <p:nvPr userDrawn="1"/>
          </p:nvGrpSpPr>
          <p:grpSpPr>
            <a:xfrm flipH="1">
              <a:off x="808548" y="2750589"/>
              <a:ext cx="4855339" cy="100800"/>
              <a:chOff x="268625" y="3240138"/>
              <a:chExt cx="3165775" cy="100800"/>
            </a:xfrm>
          </p:grpSpPr>
          <p:cxnSp>
            <p:nvCxnSpPr>
              <p:cNvPr id="12" name="Право съединение 11">
                <a:extLst>
                  <a:ext uri="{FF2B5EF4-FFF2-40B4-BE49-F238E27FC236}">
                    <a16:creationId xmlns:a16="http://schemas.microsoft.com/office/drawing/2014/main" id="{370B72A7-B625-48B8-88E6-BCE2A4DD531E}"/>
                  </a:ext>
                </a:extLst>
              </p:cNvPr>
              <p:cNvCxnSpPr/>
              <p:nvPr userDrawn="1"/>
            </p:nvCxnSpPr>
            <p:spPr>
              <a:xfrm>
                <a:off x="268625" y="3285674"/>
                <a:ext cx="3115375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Елипса 12">
                <a:extLst>
                  <a:ext uri="{FF2B5EF4-FFF2-40B4-BE49-F238E27FC236}">
                    <a16:creationId xmlns:a16="http://schemas.microsoft.com/office/drawing/2014/main" id="{01ED729F-F8A5-4244-9776-4935C260F11F}"/>
                  </a:ext>
                </a:extLst>
              </p:cNvPr>
              <p:cNvSpPr/>
              <p:nvPr userDrawn="1"/>
            </p:nvSpPr>
            <p:spPr>
              <a:xfrm>
                <a:off x="3368676" y="3240138"/>
                <a:ext cx="65724" cy="100800"/>
              </a:xfrm>
              <a:prstGeom prst="ellipse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bg-BG" noProof="0" dirty="0"/>
              </a:p>
            </p:txBody>
          </p:sp>
        </p:grpSp>
        <p:sp>
          <p:nvSpPr>
            <p:cNvPr id="29" name="Елипса 28">
              <a:extLst>
                <a:ext uri="{FF2B5EF4-FFF2-40B4-BE49-F238E27FC236}">
                  <a16:creationId xmlns:a16="http://schemas.microsoft.com/office/drawing/2014/main" id="{BECBEDE0-51BB-48BD-AAAD-63B6F60C1D57}"/>
                </a:ext>
              </a:extLst>
            </p:cNvPr>
            <p:cNvSpPr/>
            <p:nvPr userDrawn="1"/>
          </p:nvSpPr>
          <p:spPr>
            <a:xfrm flipH="1">
              <a:off x="5645207" y="2750589"/>
              <a:ext cx="100801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bg-BG" noProof="0" dirty="0"/>
            </a:p>
          </p:txBody>
        </p:sp>
      </p:grpSp>
      <p:grpSp>
        <p:nvGrpSpPr>
          <p:cNvPr id="32" name="Група 31">
            <a:extLst>
              <a:ext uri="{FF2B5EF4-FFF2-40B4-BE49-F238E27FC236}">
                <a16:creationId xmlns:a16="http://schemas.microsoft.com/office/drawing/2014/main" id="{63E1608D-F119-4C0D-8D91-7CB089C037C8}"/>
              </a:ext>
            </a:extLst>
          </p:cNvPr>
          <p:cNvGrpSpPr/>
          <p:nvPr userDrawn="1"/>
        </p:nvGrpSpPr>
        <p:grpSpPr>
          <a:xfrm>
            <a:off x="801543" y="1660573"/>
            <a:ext cx="4934017" cy="105664"/>
            <a:chOff x="808548" y="2745725"/>
            <a:chExt cx="4934017" cy="105664"/>
          </a:xfrm>
        </p:grpSpPr>
        <p:grpSp>
          <p:nvGrpSpPr>
            <p:cNvPr id="33" name="Група 32">
              <a:extLst>
                <a:ext uri="{FF2B5EF4-FFF2-40B4-BE49-F238E27FC236}">
                  <a16:creationId xmlns:a16="http://schemas.microsoft.com/office/drawing/2014/main" id="{EBDC0121-6865-4B65-A28B-1CEDB16AAD9E}"/>
                </a:ext>
              </a:extLst>
            </p:cNvPr>
            <p:cNvGrpSpPr/>
            <p:nvPr userDrawn="1"/>
          </p:nvGrpSpPr>
          <p:grpSpPr>
            <a:xfrm flipH="1">
              <a:off x="808548" y="2750589"/>
              <a:ext cx="4876867" cy="100800"/>
              <a:chOff x="254587" y="3240138"/>
              <a:chExt cx="3179813" cy="100800"/>
            </a:xfrm>
          </p:grpSpPr>
          <p:cxnSp>
            <p:nvCxnSpPr>
              <p:cNvPr id="35" name="Право съединение 34">
                <a:extLst>
                  <a:ext uri="{FF2B5EF4-FFF2-40B4-BE49-F238E27FC236}">
                    <a16:creationId xmlns:a16="http://schemas.microsoft.com/office/drawing/2014/main" id="{386E3714-07DE-4318-B5BC-25F879B97D59}"/>
                  </a:ext>
                </a:extLst>
              </p:cNvPr>
              <p:cNvCxnSpPr/>
              <p:nvPr userDrawn="1"/>
            </p:nvCxnSpPr>
            <p:spPr>
              <a:xfrm>
                <a:off x="254587" y="3285674"/>
                <a:ext cx="3131603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Елипса 35">
                <a:extLst>
                  <a:ext uri="{FF2B5EF4-FFF2-40B4-BE49-F238E27FC236}">
                    <a16:creationId xmlns:a16="http://schemas.microsoft.com/office/drawing/2014/main" id="{2ECCE30B-E848-4C5E-83A1-A811D489E7B8}"/>
                  </a:ext>
                </a:extLst>
              </p:cNvPr>
              <p:cNvSpPr/>
              <p:nvPr userDrawn="1"/>
            </p:nvSpPr>
            <p:spPr>
              <a:xfrm>
                <a:off x="3368676" y="3240138"/>
                <a:ext cx="65724" cy="100800"/>
              </a:xfrm>
              <a:prstGeom prst="ellipse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bg-BG" noProof="0" dirty="0"/>
              </a:p>
            </p:txBody>
          </p:sp>
        </p:grpSp>
        <p:sp>
          <p:nvSpPr>
            <p:cNvPr id="34" name="Елипса 33">
              <a:extLst>
                <a:ext uri="{FF2B5EF4-FFF2-40B4-BE49-F238E27FC236}">
                  <a16:creationId xmlns:a16="http://schemas.microsoft.com/office/drawing/2014/main" id="{09817AEC-C67C-49A3-AC5A-669FD4D6D586}"/>
                </a:ext>
              </a:extLst>
            </p:cNvPr>
            <p:cNvSpPr/>
            <p:nvPr userDrawn="1"/>
          </p:nvSpPr>
          <p:spPr>
            <a:xfrm flipH="1">
              <a:off x="5641764" y="2745725"/>
              <a:ext cx="100801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bg-BG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7883942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формление на съдържание за прилож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авоъгълник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bg-BG" noProof="0" dirty="0"/>
          </a:p>
        </p:txBody>
      </p:sp>
      <p:sp>
        <p:nvSpPr>
          <p:cNvPr id="3" name="Контейнер за картина 2">
            <a:extLst>
              <a:ext uri="{FF2B5EF4-FFF2-40B4-BE49-F238E27FC236}">
                <a16:creationId xmlns:a16="http://schemas.microsoft.com/office/drawing/2014/main" id="{96C5B5AA-0D95-4C33-8EBC-90401B51BD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32" y="1912946"/>
            <a:ext cx="12185968" cy="349300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sp>
        <p:nvSpPr>
          <p:cNvPr id="5" name="Контейнер за дата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6" name="Контейнер за долен колонтитул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7" name="Контейнер за номер на слайд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t>‹#›</a:t>
            </a:fld>
            <a:endParaRPr lang="bg-BG" noProof="0" dirty="0"/>
          </a:p>
        </p:txBody>
      </p:sp>
      <p:sp>
        <p:nvSpPr>
          <p:cNvPr id="8" name="Заглавие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8934" y="457496"/>
            <a:ext cx="4494133" cy="804338"/>
          </a:xfrm>
        </p:spPr>
        <p:txBody>
          <a:bodyPr lIns="0" tIns="0" rIns="0" bIns="0" rtlCol="0" anchor="b">
            <a:normAutofit/>
          </a:bodyPr>
          <a:lstStyle>
            <a:lvl1pPr algn="ctr">
              <a:defRPr sz="3600"/>
            </a:lvl1pPr>
          </a:lstStyle>
          <a:p>
            <a:pPr rtl="0"/>
            <a:r>
              <a:rPr lang="bg-BG" noProof="0" dirty="0"/>
              <a:t>ПРИЛОЖЕНИЕ</a:t>
            </a:r>
          </a:p>
        </p:txBody>
      </p:sp>
      <p:sp>
        <p:nvSpPr>
          <p:cNvPr id="10" name="Контейнер за картина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cxnSp>
        <p:nvCxnSpPr>
          <p:cNvPr id="17" name="Право съединение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Елипса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19" name="Право съединение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Елипса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grpSp>
        <p:nvGrpSpPr>
          <p:cNvPr id="4" name="Група 3">
            <a:extLst>
              <a:ext uri="{FF2B5EF4-FFF2-40B4-BE49-F238E27FC236}">
                <a16:creationId xmlns:a16="http://schemas.microsoft.com/office/drawing/2014/main" id="{908B302A-0F76-466E-9FCE-DCEECCBCF6C9}"/>
              </a:ext>
            </a:extLst>
          </p:cNvPr>
          <p:cNvGrpSpPr/>
          <p:nvPr userDrawn="1"/>
        </p:nvGrpSpPr>
        <p:grpSpPr>
          <a:xfrm>
            <a:off x="4462754" y="1509426"/>
            <a:ext cx="3253069" cy="100800"/>
            <a:chOff x="4503649" y="1509426"/>
            <a:chExt cx="3253069" cy="100800"/>
          </a:xfrm>
        </p:grpSpPr>
        <p:grpSp>
          <p:nvGrpSpPr>
            <p:cNvPr id="11" name="Група 10">
              <a:extLst>
                <a:ext uri="{FF2B5EF4-FFF2-40B4-BE49-F238E27FC236}">
                  <a16:creationId xmlns:a16="http://schemas.microsoft.com/office/drawing/2014/main" id="{59E4D57E-4989-4939-A31F-637543FAB606}"/>
                </a:ext>
              </a:extLst>
            </p:cNvPr>
            <p:cNvGrpSpPr/>
            <p:nvPr userDrawn="1"/>
          </p:nvGrpSpPr>
          <p:grpSpPr>
            <a:xfrm flipH="1">
              <a:off x="4503649" y="1509426"/>
              <a:ext cx="3152268" cy="100800"/>
              <a:chOff x="1528102" y="3240138"/>
              <a:chExt cx="2055345" cy="100800"/>
            </a:xfrm>
          </p:grpSpPr>
          <p:cxnSp>
            <p:nvCxnSpPr>
              <p:cNvPr id="12" name="Право съединение 11">
                <a:extLst>
                  <a:ext uri="{FF2B5EF4-FFF2-40B4-BE49-F238E27FC236}">
                    <a16:creationId xmlns:a16="http://schemas.microsoft.com/office/drawing/2014/main" id="{370B72A7-B625-48B8-88E6-BCE2A4DD531E}"/>
                  </a:ext>
                </a:extLst>
              </p:cNvPr>
              <p:cNvCxnSpPr>
                <a:stCxn id="21" idx="6"/>
                <a:endCxn id="13" idx="6"/>
              </p:cNvCxnSpPr>
              <p:nvPr userDrawn="1"/>
            </p:nvCxnSpPr>
            <p:spPr>
              <a:xfrm>
                <a:off x="1528102" y="3290538"/>
                <a:ext cx="2055345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Елипса 12">
                <a:extLst>
                  <a:ext uri="{FF2B5EF4-FFF2-40B4-BE49-F238E27FC236}">
                    <a16:creationId xmlns:a16="http://schemas.microsoft.com/office/drawing/2014/main" id="{01ED729F-F8A5-4244-9776-4935C260F11F}"/>
                  </a:ext>
                </a:extLst>
              </p:cNvPr>
              <p:cNvSpPr/>
              <p:nvPr userDrawn="1"/>
            </p:nvSpPr>
            <p:spPr>
              <a:xfrm>
                <a:off x="3517723" y="3240138"/>
                <a:ext cx="65724" cy="100800"/>
              </a:xfrm>
              <a:prstGeom prst="ellipse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bg-BG" noProof="0" dirty="0"/>
              </a:p>
            </p:txBody>
          </p:sp>
        </p:grpSp>
        <p:sp>
          <p:nvSpPr>
            <p:cNvPr id="21" name="Елипса 20">
              <a:extLst>
                <a:ext uri="{FF2B5EF4-FFF2-40B4-BE49-F238E27FC236}">
                  <a16:creationId xmlns:a16="http://schemas.microsoft.com/office/drawing/2014/main" id="{427C0C4F-6341-4BE0-931E-AAA6EA2AF137}"/>
                </a:ext>
              </a:extLst>
            </p:cNvPr>
            <p:cNvSpPr/>
            <p:nvPr userDrawn="1"/>
          </p:nvSpPr>
          <p:spPr>
            <a:xfrm flipH="1">
              <a:off x="7655917" y="1509426"/>
              <a:ext cx="100801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bg-BG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5764489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формление на съдържание с препоръ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авоъгълник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bg-BG" noProof="0" dirty="0"/>
          </a:p>
        </p:txBody>
      </p:sp>
      <p:sp>
        <p:nvSpPr>
          <p:cNvPr id="5" name="Контейнер за дата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6" name="Контейнер за долен колонтитул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7" name="Контейнер за номер на слайд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t>‹#›</a:t>
            </a:fld>
            <a:endParaRPr lang="bg-BG" noProof="0" dirty="0"/>
          </a:p>
        </p:txBody>
      </p:sp>
      <p:sp>
        <p:nvSpPr>
          <p:cNvPr id="8" name="Заглавие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4263" y="707529"/>
            <a:ext cx="6310887" cy="569086"/>
          </a:xfrm>
        </p:spPr>
        <p:txBody>
          <a:bodyPr lIns="0" tIns="0" rIns="0" bIns="0" rtlCol="0" anchor="b">
            <a:normAutofit/>
          </a:bodyPr>
          <a:lstStyle>
            <a:lvl1pPr algn="r">
              <a:defRPr sz="3600"/>
            </a:lvl1pPr>
          </a:lstStyle>
          <a:p>
            <a:pPr rtl="0"/>
            <a:r>
              <a:rPr lang="bg-BG" noProof="0" dirty="0"/>
              <a:t>ПРЕПОРЪКИ</a:t>
            </a:r>
          </a:p>
        </p:txBody>
      </p:sp>
      <p:sp>
        <p:nvSpPr>
          <p:cNvPr id="10" name="Контейнер за картина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grpSp>
        <p:nvGrpSpPr>
          <p:cNvPr id="11" name="Група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8974391" y="1375202"/>
            <a:ext cx="3217613" cy="100800"/>
            <a:chOff x="675500" y="3240138"/>
            <a:chExt cx="2008962" cy="100800"/>
          </a:xfrm>
        </p:grpSpPr>
        <p:cxnSp>
          <p:nvCxnSpPr>
            <p:cNvPr id="12" name="Право съединение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  <a:endCxn id="13" idx="6"/>
            </p:cNvCxnSpPr>
            <p:nvPr userDrawn="1"/>
          </p:nvCxnSpPr>
          <p:spPr>
            <a:xfrm>
              <a:off x="675500" y="3290538"/>
              <a:ext cx="2008962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Елипса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2618738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bg-BG" noProof="0" dirty="0"/>
            </a:p>
          </p:txBody>
        </p:sp>
      </p:grpSp>
      <p:cxnSp>
        <p:nvCxnSpPr>
          <p:cNvPr id="17" name="Право съединение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Елипса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19" name="Право съединение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Елипса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sp>
        <p:nvSpPr>
          <p:cNvPr id="40" name="Контейнер за текст 2">
            <a:extLst>
              <a:ext uri="{FF2B5EF4-FFF2-40B4-BE49-F238E27FC236}">
                <a16:creationId xmlns:a16="http://schemas.microsoft.com/office/drawing/2014/main" id="{4A98AB01-9578-4430-96AD-F434AF0CDA20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822459" y="4996962"/>
            <a:ext cx="1625324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Титла на клиента</a:t>
            </a:r>
          </a:p>
        </p:txBody>
      </p:sp>
      <p:sp>
        <p:nvSpPr>
          <p:cNvPr id="41" name="Контейнер за текст 2">
            <a:extLst>
              <a:ext uri="{FF2B5EF4-FFF2-40B4-BE49-F238E27FC236}">
                <a16:creationId xmlns:a16="http://schemas.microsoft.com/office/drawing/2014/main" id="{EF9D60F2-A1FB-4A95-997B-A4F1723AC1EC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822459" y="4191894"/>
            <a:ext cx="1625324" cy="720726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основното</a:t>
            </a:r>
            <a:br>
              <a:rPr lang="bg-BG" noProof="0" dirty="0"/>
            </a:br>
            <a:r>
              <a:rPr lang="bg-BG" noProof="0" dirty="0"/>
              <a:t>текстово съобщение</a:t>
            </a:r>
          </a:p>
        </p:txBody>
      </p:sp>
      <p:sp>
        <p:nvSpPr>
          <p:cNvPr id="42" name="Контейнер за картина 2">
            <a:extLst>
              <a:ext uri="{FF2B5EF4-FFF2-40B4-BE49-F238E27FC236}">
                <a16:creationId xmlns:a16="http://schemas.microsoft.com/office/drawing/2014/main" id="{76A56D2A-42F0-40C5-96D7-B1AC33152A8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447783" y="4435460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cxnSp>
        <p:nvCxnSpPr>
          <p:cNvPr id="43" name="Право съединение 42">
            <a:extLst>
              <a:ext uri="{FF2B5EF4-FFF2-40B4-BE49-F238E27FC236}">
                <a16:creationId xmlns:a16="http://schemas.microsoft.com/office/drawing/2014/main" id="{CF6D1C91-9136-4678-A712-92BE9B3902C4}"/>
              </a:ext>
            </a:extLst>
          </p:cNvPr>
          <p:cNvCxnSpPr>
            <a:cxnSpLocks/>
          </p:cNvCxnSpPr>
          <p:nvPr userDrawn="1"/>
        </p:nvCxnSpPr>
        <p:spPr>
          <a:xfrm flipV="1">
            <a:off x="3000995" y="3984820"/>
            <a:ext cx="0" cy="44255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Контейнер за текст 3">
            <a:extLst>
              <a:ext uri="{FF2B5EF4-FFF2-40B4-BE49-F238E27FC236}">
                <a16:creationId xmlns:a16="http://schemas.microsoft.com/office/drawing/2014/main" id="{F2D92A7B-1C40-4AEB-92C3-C35F8C01F1F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03253" y="1769589"/>
            <a:ext cx="3044973" cy="2212848"/>
          </a:xfrm>
          <a:custGeom>
            <a:avLst/>
            <a:gdLst>
              <a:gd name="connsiteX0" fmla="*/ 0 w 3044952"/>
              <a:gd name="connsiteY0" fmla="*/ 368815 h 2212848"/>
              <a:gd name="connsiteX1" fmla="*/ 3688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842392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368836 w 3044973"/>
              <a:gd name="connsiteY6" fmla="*/ 2212848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842413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4973" h="2212848">
                <a:moveTo>
                  <a:pt x="21" y="368815"/>
                </a:moveTo>
                <a:cubicBezTo>
                  <a:pt x="21" y="165124"/>
                  <a:pt x="-6305" y="0"/>
                  <a:pt x="197386" y="0"/>
                </a:cubicBezTo>
                <a:lnTo>
                  <a:pt x="2842413" y="0"/>
                </a:lnTo>
                <a:cubicBezTo>
                  <a:pt x="3046104" y="0"/>
                  <a:pt x="3044973" y="165124"/>
                  <a:pt x="3044973" y="368815"/>
                </a:cubicBezTo>
                <a:lnTo>
                  <a:pt x="3044973" y="1844033"/>
                </a:lnTo>
                <a:cubicBezTo>
                  <a:pt x="3044973" y="2047724"/>
                  <a:pt x="3046104" y="2212848"/>
                  <a:pt x="2842413" y="2212848"/>
                </a:cubicBezTo>
                <a:lnTo>
                  <a:pt x="233754" y="2207652"/>
                </a:lnTo>
                <a:cubicBezTo>
                  <a:pt x="30063" y="2207652"/>
                  <a:pt x="21" y="2047724"/>
                  <a:pt x="21" y="1844033"/>
                </a:cubicBezTo>
                <a:lnTo>
                  <a:pt x="21" y="368815"/>
                </a:lnTo>
                <a:close/>
              </a:path>
            </a:pathLst>
          </a:custGeom>
          <a:ln>
            <a:solidFill>
              <a:schemeClr val="bg1">
                <a:lumMod val="50000"/>
                <a:lumOff val="50000"/>
              </a:schemeClr>
            </a:solidFill>
          </a:ln>
        </p:spPr>
        <p:txBody>
          <a:bodyPr lIns="216000" tIns="180000" rIns="216000" bIns="180000" rtlCol="0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bg-BG" noProof="0"/>
              <a:t>Щракнете, за да редактирате стиловете на текста в образеца</a:t>
            </a:r>
          </a:p>
        </p:txBody>
      </p:sp>
      <p:sp>
        <p:nvSpPr>
          <p:cNvPr id="24" name="Елипса 23">
            <a:extLst>
              <a:ext uri="{FF2B5EF4-FFF2-40B4-BE49-F238E27FC236}">
                <a16:creationId xmlns:a16="http://schemas.microsoft.com/office/drawing/2014/main" id="{F2E312F1-B417-47B6-97E4-7CCA31034F82}"/>
              </a:ext>
            </a:extLst>
          </p:cNvPr>
          <p:cNvSpPr/>
          <p:nvPr userDrawn="1"/>
        </p:nvSpPr>
        <p:spPr>
          <a:xfrm>
            <a:off x="2950595" y="3930376"/>
            <a:ext cx="100800" cy="100800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bg-BG" noProof="0" dirty="0"/>
          </a:p>
        </p:txBody>
      </p:sp>
      <p:sp>
        <p:nvSpPr>
          <p:cNvPr id="58" name="Контейнер за текст 2">
            <a:extLst>
              <a:ext uri="{FF2B5EF4-FFF2-40B4-BE49-F238E27FC236}">
                <a16:creationId xmlns:a16="http://schemas.microsoft.com/office/drawing/2014/main" id="{13DB5D84-04D8-4536-A06B-AED76E7C51D7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586638" y="4996962"/>
            <a:ext cx="1625324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Титла на клиента</a:t>
            </a:r>
          </a:p>
        </p:txBody>
      </p:sp>
      <p:sp>
        <p:nvSpPr>
          <p:cNvPr id="59" name="Контейнер за текст 2">
            <a:extLst>
              <a:ext uri="{FF2B5EF4-FFF2-40B4-BE49-F238E27FC236}">
                <a16:creationId xmlns:a16="http://schemas.microsoft.com/office/drawing/2014/main" id="{3AB0AC7E-7919-422E-95A1-82E8B125756D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4586638" y="4191894"/>
            <a:ext cx="1625324" cy="720726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основното</a:t>
            </a:r>
            <a:br>
              <a:rPr lang="bg-BG" noProof="0" dirty="0"/>
            </a:br>
            <a:r>
              <a:rPr lang="bg-BG" noProof="0" dirty="0"/>
              <a:t>текстово съобщение</a:t>
            </a:r>
          </a:p>
        </p:txBody>
      </p:sp>
      <p:sp>
        <p:nvSpPr>
          <p:cNvPr id="60" name="Контейнер за картина 2">
            <a:extLst>
              <a:ext uri="{FF2B5EF4-FFF2-40B4-BE49-F238E27FC236}">
                <a16:creationId xmlns:a16="http://schemas.microsoft.com/office/drawing/2014/main" id="{B44FD76B-D1AE-458B-AF32-E4AA246B0881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6211962" y="4435460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cxnSp>
        <p:nvCxnSpPr>
          <p:cNvPr id="61" name="Право съединение 60">
            <a:extLst>
              <a:ext uri="{FF2B5EF4-FFF2-40B4-BE49-F238E27FC236}">
                <a16:creationId xmlns:a16="http://schemas.microsoft.com/office/drawing/2014/main" id="{07D22CD4-7F86-495D-B381-7D706058B916}"/>
              </a:ext>
            </a:extLst>
          </p:cNvPr>
          <p:cNvCxnSpPr>
            <a:cxnSpLocks/>
          </p:cNvCxnSpPr>
          <p:nvPr userDrawn="1"/>
        </p:nvCxnSpPr>
        <p:spPr>
          <a:xfrm flipV="1">
            <a:off x="6765174" y="3984820"/>
            <a:ext cx="0" cy="44255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Контейнер за текст 3">
            <a:extLst>
              <a:ext uri="{FF2B5EF4-FFF2-40B4-BE49-F238E27FC236}">
                <a16:creationId xmlns:a16="http://schemas.microsoft.com/office/drawing/2014/main" id="{1BA0EB90-BA97-4A18-AD3D-1E839B636DE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567432" y="1769589"/>
            <a:ext cx="3044973" cy="2212848"/>
          </a:xfrm>
          <a:custGeom>
            <a:avLst/>
            <a:gdLst>
              <a:gd name="connsiteX0" fmla="*/ 0 w 3044952"/>
              <a:gd name="connsiteY0" fmla="*/ 368815 h 2212848"/>
              <a:gd name="connsiteX1" fmla="*/ 3688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842392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368836 w 3044973"/>
              <a:gd name="connsiteY6" fmla="*/ 2212848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842413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4973" h="2212848">
                <a:moveTo>
                  <a:pt x="21" y="368815"/>
                </a:moveTo>
                <a:cubicBezTo>
                  <a:pt x="21" y="165124"/>
                  <a:pt x="-6305" y="0"/>
                  <a:pt x="197386" y="0"/>
                </a:cubicBezTo>
                <a:lnTo>
                  <a:pt x="2842413" y="0"/>
                </a:lnTo>
                <a:cubicBezTo>
                  <a:pt x="3046104" y="0"/>
                  <a:pt x="3044973" y="165124"/>
                  <a:pt x="3044973" y="368815"/>
                </a:cubicBezTo>
                <a:lnTo>
                  <a:pt x="3044973" y="1844033"/>
                </a:lnTo>
                <a:cubicBezTo>
                  <a:pt x="3044973" y="2047724"/>
                  <a:pt x="3046104" y="2212848"/>
                  <a:pt x="2842413" y="2212848"/>
                </a:cubicBezTo>
                <a:lnTo>
                  <a:pt x="233754" y="2207652"/>
                </a:lnTo>
                <a:cubicBezTo>
                  <a:pt x="30063" y="2207652"/>
                  <a:pt x="21" y="2047724"/>
                  <a:pt x="21" y="1844033"/>
                </a:cubicBezTo>
                <a:lnTo>
                  <a:pt x="21" y="368815"/>
                </a:lnTo>
                <a:close/>
              </a:path>
            </a:pathLst>
          </a:custGeom>
          <a:ln>
            <a:solidFill>
              <a:schemeClr val="bg1">
                <a:lumMod val="50000"/>
                <a:lumOff val="50000"/>
              </a:schemeClr>
            </a:solidFill>
          </a:ln>
        </p:spPr>
        <p:txBody>
          <a:bodyPr lIns="216000" tIns="180000" rIns="216000" bIns="180000" rtlCol="0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bg-BG" noProof="0"/>
              <a:t>Щракнете, за да редактирате стиловете на текста в образеца</a:t>
            </a:r>
          </a:p>
        </p:txBody>
      </p:sp>
      <p:sp>
        <p:nvSpPr>
          <p:cNvPr id="63" name="Елипса 62">
            <a:extLst>
              <a:ext uri="{FF2B5EF4-FFF2-40B4-BE49-F238E27FC236}">
                <a16:creationId xmlns:a16="http://schemas.microsoft.com/office/drawing/2014/main" id="{ED057A87-963C-4F8A-BD4C-959BF8AF699B}"/>
              </a:ext>
            </a:extLst>
          </p:cNvPr>
          <p:cNvSpPr/>
          <p:nvPr userDrawn="1"/>
        </p:nvSpPr>
        <p:spPr>
          <a:xfrm>
            <a:off x="6714774" y="3930376"/>
            <a:ext cx="100800" cy="100800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bg-BG" noProof="0" dirty="0"/>
          </a:p>
        </p:txBody>
      </p:sp>
      <p:sp>
        <p:nvSpPr>
          <p:cNvPr id="64" name="Контейнер за текст 2">
            <a:extLst>
              <a:ext uri="{FF2B5EF4-FFF2-40B4-BE49-F238E27FC236}">
                <a16:creationId xmlns:a16="http://schemas.microsoft.com/office/drawing/2014/main" id="{B6BAFE05-9EC0-4C3C-AB0F-89A83361452F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8350818" y="4992196"/>
            <a:ext cx="1625324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Титла на клиента</a:t>
            </a:r>
          </a:p>
        </p:txBody>
      </p:sp>
      <p:sp>
        <p:nvSpPr>
          <p:cNvPr id="65" name="Контейнер за текст 2">
            <a:extLst>
              <a:ext uri="{FF2B5EF4-FFF2-40B4-BE49-F238E27FC236}">
                <a16:creationId xmlns:a16="http://schemas.microsoft.com/office/drawing/2014/main" id="{290BF8E2-78CA-4427-9231-3C5EDC272DEE}"/>
              </a:ext>
            </a:extLst>
          </p:cNvPr>
          <p:cNvSpPr>
            <a:spLocks noGrp="1"/>
          </p:cNvSpPr>
          <p:nvPr>
            <p:ph type="body" idx="55" hasCustomPrompt="1"/>
          </p:nvPr>
        </p:nvSpPr>
        <p:spPr>
          <a:xfrm>
            <a:off x="8350818" y="4187128"/>
            <a:ext cx="1625324" cy="720726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основното</a:t>
            </a:r>
            <a:br>
              <a:rPr lang="bg-BG" noProof="0" dirty="0"/>
            </a:br>
            <a:r>
              <a:rPr lang="bg-BG" noProof="0" dirty="0"/>
              <a:t>текстово съобщение</a:t>
            </a:r>
          </a:p>
        </p:txBody>
      </p:sp>
      <p:sp>
        <p:nvSpPr>
          <p:cNvPr id="66" name="Контейнер за картина 2">
            <a:extLst>
              <a:ext uri="{FF2B5EF4-FFF2-40B4-BE49-F238E27FC236}">
                <a16:creationId xmlns:a16="http://schemas.microsoft.com/office/drawing/2014/main" id="{ACA8732F-AB9E-4253-BB5A-5ADD5BA9B153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976142" y="4430694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cxnSp>
        <p:nvCxnSpPr>
          <p:cNvPr id="67" name="Право съединение 66">
            <a:extLst>
              <a:ext uri="{FF2B5EF4-FFF2-40B4-BE49-F238E27FC236}">
                <a16:creationId xmlns:a16="http://schemas.microsoft.com/office/drawing/2014/main" id="{BB9A566A-8C97-4AE6-B9EF-701587499889}"/>
              </a:ext>
            </a:extLst>
          </p:cNvPr>
          <p:cNvCxnSpPr>
            <a:cxnSpLocks/>
          </p:cNvCxnSpPr>
          <p:nvPr userDrawn="1"/>
        </p:nvCxnSpPr>
        <p:spPr>
          <a:xfrm flipV="1">
            <a:off x="10529354" y="3980054"/>
            <a:ext cx="0" cy="44255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Контейнер за текст 3">
            <a:extLst>
              <a:ext uri="{FF2B5EF4-FFF2-40B4-BE49-F238E27FC236}">
                <a16:creationId xmlns:a16="http://schemas.microsoft.com/office/drawing/2014/main" id="{45B69021-5E85-4B37-B529-366AC57512FD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8331612" y="1769589"/>
            <a:ext cx="3044973" cy="2212848"/>
          </a:xfrm>
          <a:custGeom>
            <a:avLst/>
            <a:gdLst>
              <a:gd name="connsiteX0" fmla="*/ 0 w 3044952"/>
              <a:gd name="connsiteY0" fmla="*/ 368815 h 2212848"/>
              <a:gd name="connsiteX1" fmla="*/ 3688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842392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368836 w 3044973"/>
              <a:gd name="connsiteY6" fmla="*/ 2212848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842413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4973" h="2212848">
                <a:moveTo>
                  <a:pt x="21" y="368815"/>
                </a:moveTo>
                <a:cubicBezTo>
                  <a:pt x="21" y="165124"/>
                  <a:pt x="-6305" y="0"/>
                  <a:pt x="197386" y="0"/>
                </a:cubicBezTo>
                <a:lnTo>
                  <a:pt x="2842413" y="0"/>
                </a:lnTo>
                <a:cubicBezTo>
                  <a:pt x="3046104" y="0"/>
                  <a:pt x="3044973" y="165124"/>
                  <a:pt x="3044973" y="368815"/>
                </a:cubicBezTo>
                <a:lnTo>
                  <a:pt x="3044973" y="1844033"/>
                </a:lnTo>
                <a:cubicBezTo>
                  <a:pt x="3044973" y="2047724"/>
                  <a:pt x="3046104" y="2212848"/>
                  <a:pt x="2842413" y="2212848"/>
                </a:cubicBezTo>
                <a:lnTo>
                  <a:pt x="233754" y="2207652"/>
                </a:lnTo>
                <a:cubicBezTo>
                  <a:pt x="30063" y="2207652"/>
                  <a:pt x="21" y="2047724"/>
                  <a:pt x="21" y="1844033"/>
                </a:cubicBezTo>
                <a:lnTo>
                  <a:pt x="21" y="368815"/>
                </a:lnTo>
                <a:close/>
              </a:path>
            </a:pathLst>
          </a:custGeom>
          <a:ln>
            <a:solidFill>
              <a:schemeClr val="bg1">
                <a:lumMod val="50000"/>
                <a:lumOff val="50000"/>
              </a:schemeClr>
            </a:solidFill>
          </a:ln>
        </p:spPr>
        <p:txBody>
          <a:bodyPr lIns="216000" tIns="180000" rIns="216000" bIns="180000" rtlCol="0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bg-BG" noProof="0"/>
              <a:t>Щракнете, за да редактирате стиловете на текста в образеца</a:t>
            </a:r>
          </a:p>
        </p:txBody>
      </p:sp>
      <p:sp>
        <p:nvSpPr>
          <p:cNvPr id="69" name="Елипса 68">
            <a:extLst>
              <a:ext uri="{FF2B5EF4-FFF2-40B4-BE49-F238E27FC236}">
                <a16:creationId xmlns:a16="http://schemas.microsoft.com/office/drawing/2014/main" id="{E407CD49-808A-445A-96C0-E3083C9FB390}"/>
              </a:ext>
            </a:extLst>
          </p:cNvPr>
          <p:cNvSpPr/>
          <p:nvPr userDrawn="1"/>
        </p:nvSpPr>
        <p:spPr>
          <a:xfrm>
            <a:off x="10478954" y="3925610"/>
            <a:ext cx="100800" cy="100800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bg-BG" noProof="0" dirty="0"/>
          </a:p>
        </p:txBody>
      </p:sp>
    </p:spTree>
    <p:extLst>
      <p:ext uri="{BB962C8B-B14F-4D97-AF65-F5344CB8AC3E}">
        <p14:creationId xmlns:p14="http://schemas.microsoft.com/office/powerpoint/2010/main" val="8641312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формление на съдържание с конкретен приме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авоъгълник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bg-BG" noProof="0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1980591"/>
            <a:ext cx="4187903" cy="1177174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bg-BG" noProof="0" dirty="0"/>
              <a:t>КОНКРЕТЕН ПРИМЕР</a:t>
            </a:r>
          </a:p>
        </p:txBody>
      </p:sp>
      <p:sp>
        <p:nvSpPr>
          <p:cNvPr id="3" name="Контейнер за текст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610893"/>
            <a:ext cx="4168311" cy="189753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5" name="Контейнер за долен колонтитул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6" name="Контейнер за номер на слайд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t>‹#›</a:t>
            </a:fld>
            <a:endParaRPr lang="bg-BG" noProof="0" dirty="0"/>
          </a:p>
        </p:txBody>
      </p:sp>
      <p:sp>
        <p:nvSpPr>
          <p:cNvPr id="11" name="Контейнер за картина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grpSp>
        <p:nvGrpSpPr>
          <p:cNvPr id="15" name="Група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3319328"/>
            <a:ext cx="3116607" cy="100800"/>
            <a:chOff x="-866354" y="3240138"/>
            <a:chExt cx="3116607" cy="100800"/>
          </a:xfrm>
        </p:grpSpPr>
        <p:cxnSp>
          <p:nvCxnSpPr>
            <p:cNvPr id="13" name="Право съединение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66354" y="3290538"/>
              <a:ext cx="3097427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Елипса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149453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bg-BG" noProof="0" dirty="0"/>
            </a:p>
          </p:txBody>
        </p:sp>
      </p:grpSp>
      <p:sp>
        <p:nvSpPr>
          <p:cNvPr id="17" name="Елипса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18" name="Право съединение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Елипса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20" name="Право съединение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Контейнер за текст 2">
            <a:extLst>
              <a:ext uri="{FF2B5EF4-FFF2-40B4-BE49-F238E27FC236}">
                <a16:creationId xmlns:a16="http://schemas.microsoft.com/office/drawing/2014/main" id="{82DA762C-1D45-43AA-9DB3-3D8DBE3EACFE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267325" y="1126345"/>
            <a:ext cx="6086475" cy="2662466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38" name="Контейнер за текст 2">
            <a:extLst>
              <a:ext uri="{FF2B5EF4-FFF2-40B4-BE49-F238E27FC236}">
                <a16:creationId xmlns:a16="http://schemas.microsoft.com/office/drawing/2014/main" id="{4C3C1BF4-C955-4D71-87E4-BE0F7B619575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5269967" y="3909256"/>
            <a:ext cx="6086475" cy="1822399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</p:spTree>
    <p:extLst>
      <p:ext uri="{BB962C8B-B14F-4D97-AF65-F5344CB8AC3E}">
        <p14:creationId xmlns:p14="http://schemas.microsoft.com/office/powerpoint/2010/main" val="22059565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формление на мобилен телефони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авоъгълник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bg-BG" noProof="0" dirty="0"/>
          </a:p>
        </p:txBody>
      </p:sp>
      <p:sp>
        <p:nvSpPr>
          <p:cNvPr id="5" name="Контейнер за дата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6" name="Контейнер за долен колонтитул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7" name="Контейнер за номер на слайд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t>‹#›</a:t>
            </a:fld>
            <a:endParaRPr lang="bg-BG" noProof="0" dirty="0"/>
          </a:p>
        </p:txBody>
      </p:sp>
      <p:sp>
        <p:nvSpPr>
          <p:cNvPr id="8" name="Заглавие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294387"/>
            <a:ext cx="5314072" cy="569086"/>
          </a:xfrm>
        </p:spPr>
        <p:txBody>
          <a:bodyPr lIns="0" tIns="0" rIns="0" bIns="0" rtlCol="0" anchor="b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bg-BG" noProof="0" dirty="0"/>
              <a:t>КЛИКНЕТЕ, ЗА ДА РЕДАКТИРАТЕ ЗАГЛАВИЕТО</a:t>
            </a:r>
          </a:p>
        </p:txBody>
      </p:sp>
      <p:sp>
        <p:nvSpPr>
          <p:cNvPr id="9" name="Контейнер за текст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2212679"/>
            <a:ext cx="5292725" cy="978407"/>
          </a:xfrm>
        </p:spPr>
        <p:txBody>
          <a:bodyPr lIns="0" tIns="0" rIns="0" bIns="0"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10" name="Контейнер за картина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grpSp>
        <p:nvGrpSpPr>
          <p:cNvPr id="11" name="Група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096000" y="1970230"/>
            <a:ext cx="6096000" cy="100800"/>
            <a:chOff x="646015" y="3248308"/>
            <a:chExt cx="3107749" cy="100800"/>
          </a:xfrm>
        </p:grpSpPr>
        <p:cxnSp>
          <p:nvCxnSpPr>
            <p:cNvPr id="12" name="Право съединение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015" y="3290538"/>
              <a:ext cx="3107749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Елипса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702376" y="324830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bg-BG" noProof="0" dirty="0"/>
            </a:p>
          </p:txBody>
        </p:sp>
      </p:grpSp>
      <p:cxnSp>
        <p:nvCxnSpPr>
          <p:cNvPr id="17" name="Право съединение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Елипса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19" name="Право съединение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Елипса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sp>
        <p:nvSpPr>
          <p:cNvPr id="23" name="Контейнер за текст 2">
            <a:extLst>
              <a:ext uri="{FF2B5EF4-FFF2-40B4-BE49-F238E27FC236}">
                <a16:creationId xmlns:a16="http://schemas.microsoft.com/office/drawing/2014/main" id="{ABD2EF23-562D-4049-92E3-48371C9E83A4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098826" y="3335524"/>
            <a:ext cx="5311245" cy="2248846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0" dirty="0"/>
              <a:t>Редактиране на стиловете на основното текстово съобщение</a:t>
            </a:r>
          </a:p>
        </p:txBody>
      </p:sp>
      <p:sp>
        <p:nvSpPr>
          <p:cNvPr id="3" name="Правоъгълник 2">
            <a:extLst>
              <a:ext uri="{FF2B5EF4-FFF2-40B4-BE49-F238E27FC236}">
                <a16:creationId xmlns:a16="http://schemas.microsoft.com/office/drawing/2014/main" id="{496B07E0-C579-4C5F-9AD4-6AF791562924}"/>
              </a:ext>
            </a:extLst>
          </p:cNvPr>
          <p:cNvSpPr/>
          <p:nvPr userDrawn="1"/>
        </p:nvSpPr>
        <p:spPr>
          <a:xfrm>
            <a:off x="963549" y="1819285"/>
            <a:ext cx="4306824" cy="3648456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95" b="-19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bg-BG" noProof="0" dirty="0"/>
          </a:p>
        </p:txBody>
      </p:sp>
      <p:sp>
        <p:nvSpPr>
          <p:cNvPr id="21" name="Контейнер за картина 2">
            <a:extLst>
              <a:ext uri="{FF2B5EF4-FFF2-40B4-BE49-F238E27FC236}">
                <a16:creationId xmlns:a16="http://schemas.microsoft.com/office/drawing/2014/main" id="{D5639F99-011E-49CF-8ABD-A4DB4439FB4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15505" y="1976894"/>
            <a:ext cx="1819656" cy="3108960"/>
          </a:xfrm>
          <a:ln w="254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sp>
        <p:nvSpPr>
          <p:cNvPr id="22" name="Контейнер за картина 2">
            <a:extLst>
              <a:ext uri="{FF2B5EF4-FFF2-40B4-BE49-F238E27FC236}">
                <a16:creationId xmlns:a16="http://schemas.microsoft.com/office/drawing/2014/main" id="{028483B2-B562-448D-AEE1-556BC9366BB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102188" y="3517926"/>
            <a:ext cx="2057400" cy="1819656"/>
          </a:xfrm>
          <a:ln w="254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</p:spTree>
    <p:extLst>
      <p:ext uri="{BB962C8B-B14F-4D97-AF65-F5344CB8AC3E}">
        <p14:creationId xmlns:p14="http://schemas.microsoft.com/office/powerpoint/2010/main" val="31957634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Указ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авоъгълник 34">
            <a:extLst>
              <a:ext uri="{FF2B5EF4-FFF2-40B4-BE49-F238E27FC236}">
                <a16:creationId xmlns:a16="http://schemas.microsoft.com/office/drawing/2014/main" id="{42737603-04DB-411C-B2D9-BDFF9AEE89D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bg-BG" noProof="0" dirty="0"/>
          </a:p>
        </p:txBody>
      </p:sp>
      <p:sp>
        <p:nvSpPr>
          <p:cNvPr id="21" name="Контейнер за текст 3">
            <a:extLst>
              <a:ext uri="{FF2B5EF4-FFF2-40B4-BE49-F238E27FC236}">
                <a16:creationId xmlns:a16="http://schemas.microsoft.com/office/drawing/2014/main" id="{605A03A4-E79C-49C5-A546-FF8E2D42E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3319" y="3054194"/>
            <a:ext cx="1645920" cy="618756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bg-BG" noProof="0"/>
              <a:t>Щракнете, за да редактирате стиловете на текста в образеца</a:t>
            </a:r>
          </a:p>
        </p:txBody>
      </p:sp>
      <p:sp>
        <p:nvSpPr>
          <p:cNvPr id="22" name="Контейнер за текст 3">
            <a:extLst>
              <a:ext uri="{FF2B5EF4-FFF2-40B4-BE49-F238E27FC236}">
                <a16:creationId xmlns:a16="http://schemas.microsoft.com/office/drawing/2014/main" id="{9EA27EF7-FC6B-496C-B737-B9219950367E}"/>
              </a:ext>
            </a:extLst>
          </p:cNvPr>
          <p:cNvSpPr>
            <a:spLocks noGrp="1"/>
          </p:cNvSpPr>
          <p:nvPr>
            <p:ph type="body" sz="half" idx="34" hasCustomPrompt="1"/>
          </p:nvPr>
        </p:nvSpPr>
        <p:spPr>
          <a:xfrm>
            <a:off x="1384584" y="2023761"/>
            <a:ext cx="2469965" cy="982274"/>
          </a:xfrm>
        </p:spPr>
        <p:txBody>
          <a:bodyPr lIns="0" rIns="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kern="120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bg-BG" noProof="0" dirty="0"/>
              <a:t>Основното текстово съобщение</a:t>
            </a:r>
            <a:br>
              <a:rPr lang="bg-BG" noProof="0" dirty="0"/>
            </a:br>
            <a:r>
              <a:rPr lang="bg-BG" noProof="0" dirty="0"/>
              <a:t>стилове</a:t>
            </a:r>
          </a:p>
        </p:txBody>
      </p:sp>
      <p:sp>
        <p:nvSpPr>
          <p:cNvPr id="23" name="Контейнер за текст 3">
            <a:extLst>
              <a:ext uri="{FF2B5EF4-FFF2-40B4-BE49-F238E27FC236}">
                <a16:creationId xmlns:a16="http://schemas.microsoft.com/office/drawing/2014/main" id="{6C0E2C30-6E91-49DE-B7A1-6E32A19EC81D}"/>
              </a:ext>
            </a:extLst>
          </p:cNvPr>
          <p:cNvSpPr>
            <a:spLocks noGrp="1"/>
          </p:cNvSpPr>
          <p:nvPr>
            <p:ph type="body" sz="half" idx="36"/>
          </p:nvPr>
        </p:nvSpPr>
        <p:spPr>
          <a:xfrm>
            <a:off x="2596444" y="3054194"/>
            <a:ext cx="1389888" cy="618756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bg-BG" noProof="0"/>
              <a:t>Щракнете, за да редактирате стиловете на текста в образеца</a:t>
            </a:r>
          </a:p>
        </p:txBody>
      </p:sp>
      <p:sp>
        <p:nvSpPr>
          <p:cNvPr id="24" name="Контейнер за картина 12">
            <a:extLst>
              <a:ext uri="{FF2B5EF4-FFF2-40B4-BE49-F238E27FC236}">
                <a16:creationId xmlns:a16="http://schemas.microsoft.com/office/drawing/2014/main" id="{70BE5E73-C067-492F-BE30-5E3DADAD40EF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75852" y="3731781"/>
            <a:ext cx="1636776" cy="1618488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sp>
        <p:nvSpPr>
          <p:cNvPr id="25" name="Контейнер за картина 12">
            <a:extLst>
              <a:ext uri="{FF2B5EF4-FFF2-40B4-BE49-F238E27FC236}">
                <a16:creationId xmlns:a16="http://schemas.microsoft.com/office/drawing/2014/main" id="{36A9B448-4FDC-41F7-941E-5BF5A129057A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2499831" y="3731781"/>
            <a:ext cx="1636776" cy="1618488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sp>
        <p:nvSpPr>
          <p:cNvPr id="26" name="Контейнер за текст 3">
            <a:extLst>
              <a:ext uri="{FF2B5EF4-FFF2-40B4-BE49-F238E27FC236}">
                <a16:creationId xmlns:a16="http://schemas.microsoft.com/office/drawing/2014/main" id="{90B3A413-8776-4B3B-931F-C132DAB3A425}"/>
              </a:ext>
            </a:extLst>
          </p:cNvPr>
          <p:cNvSpPr>
            <a:spLocks noGrp="1"/>
          </p:cNvSpPr>
          <p:nvPr>
            <p:ph type="body" sz="half" idx="39"/>
          </p:nvPr>
        </p:nvSpPr>
        <p:spPr>
          <a:xfrm>
            <a:off x="4940427" y="3054194"/>
            <a:ext cx="2113508" cy="618756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bg-BG" noProof="0"/>
              <a:t>Щракнете, за да редактирате стиловете на текста в образеца</a:t>
            </a:r>
          </a:p>
        </p:txBody>
      </p:sp>
      <p:sp>
        <p:nvSpPr>
          <p:cNvPr id="27" name="Контейнер за текст 3">
            <a:extLst>
              <a:ext uri="{FF2B5EF4-FFF2-40B4-BE49-F238E27FC236}">
                <a16:creationId xmlns:a16="http://schemas.microsoft.com/office/drawing/2014/main" id="{BAD0CCD5-B712-4DB2-BFE3-4D3461B29F6D}"/>
              </a:ext>
            </a:extLst>
          </p:cNvPr>
          <p:cNvSpPr>
            <a:spLocks noGrp="1"/>
          </p:cNvSpPr>
          <p:nvPr>
            <p:ph type="body" sz="half" idx="40" hasCustomPrompt="1"/>
          </p:nvPr>
        </p:nvSpPr>
        <p:spPr>
          <a:xfrm>
            <a:off x="5494328" y="2023761"/>
            <a:ext cx="1943702" cy="982274"/>
          </a:xfrm>
        </p:spPr>
        <p:txBody>
          <a:bodyPr lIns="0" rIns="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kern="120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bg-BG" noProof="0" dirty="0"/>
              <a:t>Основното текстово съобщение</a:t>
            </a:r>
            <a:br>
              <a:rPr lang="bg-BG" noProof="0" dirty="0"/>
            </a:br>
            <a:r>
              <a:rPr lang="bg-BG" noProof="0" dirty="0"/>
              <a:t>стилове</a:t>
            </a:r>
          </a:p>
        </p:txBody>
      </p:sp>
      <p:sp>
        <p:nvSpPr>
          <p:cNvPr id="28" name="Контейнер за картина 12">
            <a:extLst>
              <a:ext uri="{FF2B5EF4-FFF2-40B4-BE49-F238E27FC236}">
                <a16:creationId xmlns:a16="http://schemas.microsoft.com/office/drawing/2014/main" id="{64125935-B0D3-4ABD-9BBA-A60E46D2C55C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946407" y="3731781"/>
            <a:ext cx="2048256" cy="896112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sp>
        <p:nvSpPr>
          <p:cNvPr id="29" name="Контейнер за текст 3">
            <a:extLst>
              <a:ext uri="{FF2B5EF4-FFF2-40B4-BE49-F238E27FC236}">
                <a16:creationId xmlns:a16="http://schemas.microsoft.com/office/drawing/2014/main" id="{47D3BA4D-FA26-44C8-B927-E42CC8E67B79}"/>
              </a:ext>
            </a:extLst>
          </p:cNvPr>
          <p:cNvSpPr>
            <a:spLocks noGrp="1"/>
          </p:cNvSpPr>
          <p:nvPr>
            <p:ph type="body" sz="half" idx="45"/>
          </p:nvPr>
        </p:nvSpPr>
        <p:spPr>
          <a:xfrm>
            <a:off x="7900319" y="3054194"/>
            <a:ext cx="2197045" cy="618756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bg-BG" noProof="0"/>
              <a:t>Щракнете, за да редактирате стиловете на текста в образеца</a:t>
            </a:r>
          </a:p>
        </p:txBody>
      </p:sp>
      <p:sp>
        <p:nvSpPr>
          <p:cNvPr id="30" name="Контейнер за текст 3">
            <a:extLst>
              <a:ext uri="{FF2B5EF4-FFF2-40B4-BE49-F238E27FC236}">
                <a16:creationId xmlns:a16="http://schemas.microsoft.com/office/drawing/2014/main" id="{2D2A84D7-2523-470B-A3C0-0140355D4F68}"/>
              </a:ext>
            </a:extLst>
          </p:cNvPr>
          <p:cNvSpPr>
            <a:spLocks noGrp="1"/>
          </p:cNvSpPr>
          <p:nvPr>
            <p:ph type="body" sz="half" idx="46" hasCustomPrompt="1"/>
          </p:nvPr>
        </p:nvSpPr>
        <p:spPr>
          <a:xfrm>
            <a:off x="8454220" y="2023761"/>
            <a:ext cx="1943702" cy="982274"/>
          </a:xfrm>
        </p:spPr>
        <p:txBody>
          <a:bodyPr lIns="0" rIns="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kern="120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bg-BG" noProof="0" dirty="0"/>
              <a:t>Основното текстово съобщение</a:t>
            </a:r>
            <a:br>
              <a:rPr lang="bg-BG" noProof="0" dirty="0"/>
            </a:br>
            <a:r>
              <a:rPr lang="bg-BG" noProof="0" dirty="0"/>
              <a:t>стилове</a:t>
            </a:r>
          </a:p>
        </p:txBody>
      </p:sp>
      <p:sp>
        <p:nvSpPr>
          <p:cNvPr id="32" name="Контейнер за текст 3">
            <a:extLst>
              <a:ext uri="{FF2B5EF4-FFF2-40B4-BE49-F238E27FC236}">
                <a16:creationId xmlns:a16="http://schemas.microsoft.com/office/drawing/2014/main" id="{55D1A91B-BB99-4DC7-B8F5-55514B49A9D1}"/>
              </a:ext>
            </a:extLst>
          </p:cNvPr>
          <p:cNvSpPr>
            <a:spLocks noGrp="1"/>
          </p:cNvSpPr>
          <p:nvPr>
            <p:ph type="body" sz="half" idx="49"/>
          </p:nvPr>
        </p:nvSpPr>
        <p:spPr>
          <a:xfrm>
            <a:off x="7900319" y="4671712"/>
            <a:ext cx="2223939" cy="519503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bg-BG" noProof="0"/>
              <a:t>Щракнете, за да редактирате стиловете на текста в образеца</a:t>
            </a:r>
          </a:p>
        </p:txBody>
      </p:sp>
      <p:sp>
        <p:nvSpPr>
          <p:cNvPr id="33" name="Контейнер за текст 3">
            <a:extLst>
              <a:ext uri="{FF2B5EF4-FFF2-40B4-BE49-F238E27FC236}">
                <a16:creationId xmlns:a16="http://schemas.microsoft.com/office/drawing/2014/main" id="{FFAB2C75-BBBF-4A4D-A633-7CEFFABAFE32}"/>
              </a:ext>
            </a:extLst>
          </p:cNvPr>
          <p:cNvSpPr>
            <a:spLocks noGrp="1"/>
          </p:cNvSpPr>
          <p:nvPr>
            <p:ph type="body" sz="half" idx="51"/>
          </p:nvPr>
        </p:nvSpPr>
        <p:spPr>
          <a:xfrm>
            <a:off x="4940427" y="4830765"/>
            <a:ext cx="2048256" cy="519503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bg-BG" noProof="0"/>
              <a:t>Щракнете, за да редактирате стиловете на текста в образеца</a:t>
            </a:r>
          </a:p>
        </p:txBody>
      </p:sp>
      <p:sp>
        <p:nvSpPr>
          <p:cNvPr id="34" name="Контейнер за текст 7">
            <a:extLst>
              <a:ext uri="{FF2B5EF4-FFF2-40B4-BE49-F238E27FC236}">
                <a16:creationId xmlns:a16="http://schemas.microsoft.com/office/drawing/2014/main" id="{83CD3289-0FBC-4854-8EB2-ADD41F89CA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3358" y="2023413"/>
            <a:ext cx="558402" cy="896112"/>
          </a:xfrm>
        </p:spPr>
        <p:txBody>
          <a:bodyPr lIns="0" tIns="0" rIns="0" bIns="0" rtlCol="0">
            <a:noAutofit/>
          </a:bodyPr>
          <a:lstStyle>
            <a:lvl1pPr marL="0" indent="0" algn="l">
              <a:buNone/>
              <a:defRPr sz="7000" b="1">
                <a:ln>
                  <a:solidFill>
                    <a:schemeClr val="tx1"/>
                  </a:solidFill>
                </a:ln>
                <a:noFill/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bg-BG" noProof="0" dirty="0"/>
              <a:t>1</a:t>
            </a:r>
          </a:p>
        </p:txBody>
      </p:sp>
      <p:sp>
        <p:nvSpPr>
          <p:cNvPr id="36" name="Контейнер за текст 7">
            <a:extLst>
              <a:ext uri="{FF2B5EF4-FFF2-40B4-BE49-F238E27FC236}">
                <a16:creationId xmlns:a16="http://schemas.microsoft.com/office/drawing/2014/main" id="{2F18CD59-6602-4DEC-9B12-412E6BAF928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912823" y="1999493"/>
            <a:ext cx="558402" cy="896112"/>
          </a:xfrm>
        </p:spPr>
        <p:txBody>
          <a:bodyPr lIns="0" tIns="0" rIns="0" bIns="0" rtlCol="0">
            <a:noAutofit/>
          </a:bodyPr>
          <a:lstStyle>
            <a:lvl1pPr marL="0" indent="0" algn="l">
              <a:buNone/>
              <a:defRPr lang="ru-RU" sz="7000" b="1" kern="1200" dirty="0">
                <a:ln>
                  <a:solidFill>
                    <a:schemeClr val="tx1"/>
                  </a:solidFill>
                </a:ln>
                <a:noFill/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bg-BG" noProof="0" dirty="0"/>
              <a:t>1</a:t>
            </a:r>
          </a:p>
        </p:txBody>
      </p:sp>
      <p:sp>
        <p:nvSpPr>
          <p:cNvPr id="37" name="Контейнер за текст 7">
            <a:extLst>
              <a:ext uri="{FF2B5EF4-FFF2-40B4-BE49-F238E27FC236}">
                <a16:creationId xmlns:a16="http://schemas.microsoft.com/office/drawing/2014/main" id="{88B09568-0B94-4B51-BE65-A72C65C3D7D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73424" y="2002966"/>
            <a:ext cx="558402" cy="896112"/>
          </a:xfrm>
        </p:spPr>
        <p:txBody>
          <a:bodyPr lIns="0" tIns="0" rIns="0" bIns="0" rtlCol="0">
            <a:noAutofit/>
          </a:bodyPr>
          <a:lstStyle>
            <a:lvl1pPr marL="0" indent="0" algn="l">
              <a:buNone/>
              <a:defRPr lang="ru-RU" sz="7000" b="1" kern="1200" dirty="0">
                <a:ln>
                  <a:solidFill>
                    <a:schemeClr val="tx1"/>
                  </a:solidFill>
                </a:ln>
                <a:noFill/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bg-BG" noProof="0" dirty="0"/>
              <a:t>1</a:t>
            </a:r>
          </a:p>
        </p:txBody>
      </p:sp>
      <p:sp>
        <p:nvSpPr>
          <p:cNvPr id="40" name="Контейнер за текст 3">
            <a:extLst>
              <a:ext uri="{FF2B5EF4-FFF2-40B4-BE49-F238E27FC236}">
                <a16:creationId xmlns:a16="http://schemas.microsoft.com/office/drawing/2014/main" id="{315834F5-9ACD-4898-B96E-8C732881FF01}"/>
              </a:ext>
            </a:extLst>
          </p:cNvPr>
          <p:cNvSpPr>
            <a:spLocks noGrp="1"/>
          </p:cNvSpPr>
          <p:nvPr>
            <p:ph type="body" sz="half" idx="50"/>
          </p:nvPr>
        </p:nvSpPr>
        <p:spPr>
          <a:xfrm>
            <a:off x="2359124" y="5706529"/>
            <a:ext cx="8993089" cy="365122"/>
          </a:xfrm>
        </p:spPr>
        <p:txBody>
          <a:bodyPr lIns="0" tIns="0" rIns="0" bIns="0" rtlCol="0" anchor="t" anchorCtr="0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bg-BG" noProof="0"/>
              <a:t>Щракнете, за да редактирате стиловете на текста в образеца</a:t>
            </a:r>
          </a:p>
        </p:txBody>
      </p:sp>
      <p:sp>
        <p:nvSpPr>
          <p:cNvPr id="38" name="Заглавие 1">
            <a:extLst>
              <a:ext uri="{FF2B5EF4-FFF2-40B4-BE49-F238E27FC236}">
                <a16:creationId xmlns:a16="http://schemas.microsoft.com/office/drawing/2014/main" id="{7E5CF6DE-4761-4BA5-A429-30AC8BBAD4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9" y="780001"/>
            <a:ext cx="10512424" cy="606677"/>
          </a:xfrm>
        </p:spPr>
        <p:txBody>
          <a:bodyPr lIns="0" tIns="0" rIns="0" bIns="0" rtlCol="0" anchor="t" anchorCtr="0">
            <a:normAutofit/>
          </a:bodyPr>
          <a:lstStyle>
            <a:lvl1pPr marL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600" b="1" kern="1200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bg-BG" noProof="0" dirty="0"/>
              <a:t>КАК СЕ ИЗПОЛЗВА ТОЗИ ШАБЛОН</a:t>
            </a:r>
          </a:p>
        </p:txBody>
      </p:sp>
      <p:sp>
        <p:nvSpPr>
          <p:cNvPr id="41" name="Контейнер за картина 9">
            <a:extLst>
              <a:ext uri="{FF2B5EF4-FFF2-40B4-BE49-F238E27FC236}">
                <a16:creationId xmlns:a16="http://schemas.microsoft.com/office/drawing/2014/main" id="{8A4896B5-1C5E-47F0-8F0C-4EF97E356C8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00319" y="3779907"/>
            <a:ext cx="1481328" cy="75895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  <p:grpSp>
        <p:nvGrpSpPr>
          <p:cNvPr id="31" name="Група 30">
            <a:extLst>
              <a:ext uri="{FF2B5EF4-FFF2-40B4-BE49-F238E27FC236}">
                <a16:creationId xmlns:a16="http://schemas.microsoft.com/office/drawing/2014/main" id="{D87F4783-C8BA-411C-A188-4A4DAED10C02}"/>
              </a:ext>
            </a:extLst>
          </p:cNvPr>
          <p:cNvGrpSpPr/>
          <p:nvPr userDrawn="1"/>
        </p:nvGrpSpPr>
        <p:grpSpPr>
          <a:xfrm flipH="1">
            <a:off x="4416000" y="1375202"/>
            <a:ext cx="7776000" cy="100800"/>
            <a:chOff x="-322289" y="3240138"/>
            <a:chExt cx="5070122" cy="100800"/>
          </a:xfrm>
        </p:grpSpPr>
        <p:cxnSp>
          <p:nvCxnSpPr>
            <p:cNvPr id="39" name="Право съединение 38">
              <a:extLst>
                <a:ext uri="{FF2B5EF4-FFF2-40B4-BE49-F238E27FC236}">
                  <a16:creationId xmlns:a16="http://schemas.microsoft.com/office/drawing/2014/main" id="{959A2713-966D-4694-A067-D6BE1B2986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22289" y="3290538"/>
              <a:ext cx="5070122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Елипса 41">
              <a:extLst>
                <a:ext uri="{FF2B5EF4-FFF2-40B4-BE49-F238E27FC236}">
                  <a16:creationId xmlns:a16="http://schemas.microsoft.com/office/drawing/2014/main" id="{FCA15F19-C2FE-4F13-9359-69E884CA83B9}"/>
                </a:ext>
              </a:extLst>
            </p:cNvPr>
            <p:cNvSpPr/>
            <p:nvPr userDrawn="1"/>
          </p:nvSpPr>
          <p:spPr>
            <a:xfrm>
              <a:off x="4682109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bg-BG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2535776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авоъгълник 7">
            <a:extLst>
              <a:ext uri="{FF2B5EF4-FFF2-40B4-BE49-F238E27FC236}">
                <a16:creationId xmlns:a16="http://schemas.microsoft.com/office/drawing/2014/main" id="{278196A9-689D-4410-BFC0-7ACB19755A0C}"/>
              </a:ext>
            </a:extLst>
          </p:cNvPr>
          <p:cNvSpPr/>
          <p:nvPr userDrawn="1"/>
        </p:nvSpPr>
        <p:spPr>
          <a:xfrm>
            <a:off x="0" y="0"/>
            <a:ext cx="12192000" cy="4416552"/>
          </a:xfrm>
          <a:prstGeom prst="rect">
            <a:avLst/>
          </a:prstGeom>
          <a:blipFill>
            <a:blip r:embed="rId2"/>
            <a:srcRect/>
            <a:stretch>
              <a:fillRect l="-842" r="-84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bg-BG" noProof="0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29BFEAD-57CF-438A-8084-C5AC7F47E54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62986"/>
            <a:ext cx="9144000" cy="1786094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bg-BG" noProof="0" dirty="0"/>
              <a:t>КЛИКНЕТЕ, ЗА ДА РЕДАКТИРАТЕ СТИЛА НА ГЛАВНОТО ЗАГЛАВИЕ</a:t>
            </a:r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7E17A3CB-B083-4E49-9123-A5E47559D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5" name="Контейнер за долен колонтитул 4">
            <a:extLst>
              <a:ext uri="{FF2B5EF4-FFF2-40B4-BE49-F238E27FC236}">
                <a16:creationId xmlns:a16="http://schemas.microsoft.com/office/drawing/2014/main" id="{A8C4102C-4609-416C-A808-0FFE0051D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6" name="Контейнер за номер на слайд 5">
            <a:extLst>
              <a:ext uri="{FF2B5EF4-FFF2-40B4-BE49-F238E27FC236}">
                <a16:creationId xmlns:a16="http://schemas.microsoft.com/office/drawing/2014/main" id="{2D7BCC5D-6F2C-472F-BD4C-4096793DF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t>‹#›</a:t>
            </a:fld>
            <a:endParaRPr lang="bg-BG" noProof="0" dirty="0"/>
          </a:p>
        </p:txBody>
      </p:sp>
      <p:sp>
        <p:nvSpPr>
          <p:cNvPr id="7" name="Правоъгълник 6">
            <a:extLst>
              <a:ext uri="{FF2B5EF4-FFF2-40B4-BE49-F238E27FC236}">
                <a16:creationId xmlns:a16="http://schemas.microsoft.com/office/drawing/2014/main" id="{7BE854BB-FA44-4CAB-85DF-F5C412560348}"/>
              </a:ext>
            </a:extLst>
          </p:cNvPr>
          <p:cNvSpPr/>
          <p:nvPr userDrawn="1"/>
        </p:nvSpPr>
        <p:spPr>
          <a:xfrm>
            <a:off x="0" y="4416552"/>
            <a:ext cx="12192000" cy="244144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389BFFF1-5465-4317-B9DB-C23A5B1D76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34696"/>
            <a:ext cx="9144000" cy="459798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+mn-lt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bg-BG" noProof="0"/>
              <a:t>Щракнете, за да редактирате стила на подзаглавието в образеца</a:t>
            </a:r>
            <a:endParaRPr lang="bg-BG" noProof="0" dirty="0"/>
          </a:p>
        </p:txBody>
      </p:sp>
      <p:grpSp>
        <p:nvGrpSpPr>
          <p:cNvPr id="15" name="Група 14">
            <a:extLst>
              <a:ext uri="{FF2B5EF4-FFF2-40B4-BE49-F238E27FC236}">
                <a16:creationId xmlns:a16="http://schemas.microsoft.com/office/drawing/2014/main" id="{676B4374-8F24-43DE-860D-E5C6EA850AB4}"/>
              </a:ext>
            </a:extLst>
          </p:cNvPr>
          <p:cNvGrpSpPr/>
          <p:nvPr userDrawn="1"/>
        </p:nvGrpSpPr>
        <p:grpSpPr>
          <a:xfrm>
            <a:off x="3619265" y="2253996"/>
            <a:ext cx="4953471" cy="100584"/>
            <a:chOff x="3631692" y="2253996"/>
            <a:chExt cx="4953471" cy="100584"/>
          </a:xfrm>
        </p:grpSpPr>
        <p:sp>
          <p:nvSpPr>
            <p:cNvPr id="11" name="Елипса 10">
              <a:extLst>
                <a:ext uri="{FF2B5EF4-FFF2-40B4-BE49-F238E27FC236}">
                  <a16:creationId xmlns:a16="http://schemas.microsoft.com/office/drawing/2014/main" id="{585C7755-9394-4129-AB48-1AC32DA80C75}"/>
                </a:ext>
              </a:extLst>
            </p:cNvPr>
            <p:cNvSpPr/>
            <p:nvPr userDrawn="1"/>
          </p:nvSpPr>
          <p:spPr>
            <a:xfrm>
              <a:off x="3631692" y="2253996"/>
              <a:ext cx="100584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bg-BG" noProof="0" dirty="0"/>
            </a:p>
          </p:txBody>
        </p:sp>
        <p:cxnSp>
          <p:nvCxnSpPr>
            <p:cNvPr id="13" name="Право съединение 12">
              <a:extLst>
                <a:ext uri="{FF2B5EF4-FFF2-40B4-BE49-F238E27FC236}">
                  <a16:creationId xmlns:a16="http://schemas.microsoft.com/office/drawing/2014/main" id="{64C71ABE-575A-48CF-82B1-EDE8535F3993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828032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Елипса 13">
              <a:extLst>
                <a:ext uri="{FF2B5EF4-FFF2-40B4-BE49-F238E27FC236}">
                  <a16:creationId xmlns:a16="http://schemas.microsoft.com/office/drawing/2014/main" id="{E3C1EA63-78B2-4715-B4DC-63D98AC7F354}"/>
                </a:ext>
              </a:extLst>
            </p:cNvPr>
            <p:cNvSpPr/>
            <p:nvPr userDrawn="1"/>
          </p:nvSpPr>
          <p:spPr>
            <a:xfrm>
              <a:off x="8484579" y="2253996"/>
              <a:ext cx="100584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bg-BG" noProof="0" dirty="0"/>
            </a:p>
          </p:txBody>
        </p:sp>
      </p:grpSp>
      <p:grpSp>
        <p:nvGrpSpPr>
          <p:cNvPr id="16" name="Група 15">
            <a:extLst>
              <a:ext uri="{FF2B5EF4-FFF2-40B4-BE49-F238E27FC236}">
                <a16:creationId xmlns:a16="http://schemas.microsoft.com/office/drawing/2014/main" id="{E9BB74A1-0BEA-4AD8-8138-0641A45D8B40}"/>
              </a:ext>
            </a:extLst>
          </p:cNvPr>
          <p:cNvGrpSpPr/>
          <p:nvPr userDrawn="1"/>
        </p:nvGrpSpPr>
        <p:grpSpPr>
          <a:xfrm>
            <a:off x="4652581" y="5305363"/>
            <a:ext cx="2886839" cy="100584"/>
            <a:chOff x="3631690" y="2253996"/>
            <a:chExt cx="5028467" cy="100584"/>
          </a:xfrm>
        </p:grpSpPr>
        <p:sp>
          <p:nvSpPr>
            <p:cNvPr id="17" name="Елипса 16">
              <a:extLst>
                <a:ext uri="{FF2B5EF4-FFF2-40B4-BE49-F238E27FC236}">
                  <a16:creationId xmlns:a16="http://schemas.microsoft.com/office/drawing/2014/main" id="{73D0026E-5270-4C52-A1AF-5631E8192DCD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bg-BG" noProof="0" dirty="0"/>
            </a:p>
          </p:txBody>
        </p:sp>
        <p:cxnSp>
          <p:nvCxnSpPr>
            <p:cNvPr id="18" name="Право съединение 17">
              <a:extLst>
                <a:ext uri="{FF2B5EF4-FFF2-40B4-BE49-F238E27FC236}">
                  <a16:creationId xmlns:a16="http://schemas.microsoft.com/office/drawing/2014/main" id="{A6085D92-5F70-4097-A2FF-C15B13788D08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828032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Елипса 18">
              <a:extLst>
                <a:ext uri="{FF2B5EF4-FFF2-40B4-BE49-F238E27FC236}">
                  <a16:creationId xmlns:a16="http://schemas.microsoft.com/office/drawing/2014/main" id="{BE68EB6C-48D0-4EBF-8541-926D16790F52}"/>
                </a:ext>
              </a:extLst>
            </p:cNvPr>
            <p:cNvSpPr/>
            <p:nvPr userDrawn="1"/>
          </p:nvSpPr>
          <p:spPr>
            <a:xfrm>
              <a:off x="8484578" y="2253996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bg-BG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3641896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орен колонтитул на 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авоъгълник 6">
            <a:extLst>
              <a:ext uri="{FF2B5EF4-FFF2-40B4-BE49-F238E27FC236}">
                <a16:creationId xmlns:a16="http://schemas.microsoft.com/office/drawing/2014/main" id="{45015858-8549-49EA-BB83-070E0D9D4890}"/>
              </a:ext>
            </a:extLst>
          </p:cNvPr>
          <p:cNvSpPr/>
          <p:nvPr userDrawn="1"/>
        </p:nvSpPr>
        <p:spPr>
          <a:xfrm>
            <a:off x="6083808" y="0"/>
            <a:ext cx="6108192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2206FBAC-B8FD-4768-B682-E0B93BA331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9768" y="2133599"/>
            <a:ext cx="4618957" cy="2492461"/>
          </a:xfrm>
        </p:spPr>
        <p:txBody>
          <a:bodyPr lIns="0" tIns="0" rIns="0" bIns="0" rtlCol="0" anchor="b" anchorCtr="0">
            <a:noAutofit/>
          </a:bodyPr>
          <a:lstStyle>
            <a:lvl1pPr>
              <a:defRPr sz="6000"/>
            </a:lvl1pPr>
          </a:lstStyle>
          <a:p>
            <a:pPr rtl="0"/>
            <a:r>
              <a:rPr lang="bg-BG" noProof="0" dirty="0"/>
              <a:t>КРАТКА</a:t>
            </a:r>
            <a:br>
              <a:rPr lang="bg-BG" noProof="0" dirty="0"/>
            </a:br>
            <a:r>
              <a:rPr lang="bg-BG" noProof="0" dirty="0"/>
              <a:t>ПРЕЗЕНТАЦИЯ</a:t>
            </a:r>
            <a:br>
              <a:rPr lang="bg-BG" noProof="0" dirty="0"/>
            </a:br>
            <a:r>
              <a:rPr lang="bg-BG" noProof="0" dirty="0"/>
              <a:t>ЗАГЛАВИЕ</a:t>
            </a:r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2472534F-03A6-408A-9BF1-303D0A44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5" name="Контейнер за долен колонтитул 4">
            <a:extLst>
              <a:ext uri="{FF2B5EF4-FFF2-40B4-BE49-F238E27FC236}">
                <a16:creationId xmlns:a16="http://schemas.microsoft.com/office/drawing/2014/main" id="{0A24E181-0C50-4F43-A5A7-6FDD1500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6" name="Контейнер за номер на слайд 5">
            <a:extLst>
              <a:ext uri="{FF2B5EF4-FFF2-40B4-BE49-F238E27FC236}">
                <a16:creationId xmlns:a16="http://schemas.microsoft.com/office/drawing/2014/main" id="{13A749CC-EB55-4FEF-AA4C-9A9C6E2AA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t>‹#›</a:t>
            </a:fld>
            <a:endParaRPr lang="bg-BG" noProof="0" dirty="0"/>
          </a:p>
        </p:txBody>
      </p:sp>
      <p:grpSp>
        <p:nvGrpSpPr>
          <p:cNvPr id="9" name="Група 8">
            <a:extLst>
              <a:ext uri="{FF2B5EF4-FFF2-40B4-BE49-F238E27FC236}">
                <a16:creationId xmlns:a16="http://schemas.microsoft.com/office/drawing/2014/main" id="{6F3E26A6-6962-4A35-AA86-805537D45296}"/>
              </a:ext>
            </a:extLst>
          </p:cNvPr>
          <p:cNvGrpSpPr/>
          <p:nvPr userDrawn="1"/>
        </p:nvGrpSpPr>
        <p:grpSpPr>
          <a:xfrm>
            <a:off x="6769768" y="1947412"/>
            <a:ext cx="2520148" cy="102440"/>
            <a:chOff x="3631690" y="2252140"/>
            <a:chExt cx="4389743" cy="102440"/>
          </a:xfrm>
        </p:grpSpPr>
        <p:sp>
          <p:nvSpPr>
            <p:cNvPr id="10" name="Елипса 9">
              <a:extLst>
                <a:ext uri="{FF2B5EF4-FFF2-40B4-BE49-F238E27FC236}">
                  <a16:creationId xmlns:a16="http://schemas.microsoft.com/office/drawing/2014/main" id="{681504C4-12AC-4251-8E47-0089784BDB9B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bg-BG" noProof="0" dirty="0"/>
            </a:p>
          </p:txBody>
        </p:sp>
        <p:cxnSp>
          <p:nvCxnSpPr>
            <p:cNvPr id="11" name="Право съединение 10">
              <a:extLst>
                <a:ext uri="{FF2B5EF4-FFF2-40B4-BE49-F238E27FC236}">
                  <a16:creationId xmlns:a16="http://schemas.microsoft.com/office/drawing/2014/main" id="{192040D0-01C2-4643-8F84-3B8F334E545C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201365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Елипса 11">
              <a:extLst>
                <a:ext uri="{FF2B5EF4-FFF2-40B4-BE49-F238E27FC236}">
                  <a16:creationId xmlns:a16="http://schemas.microsoft.com/office/drawing/2014/main" id="{7ED601E9-2BFC-460B-A2A8-69A787A4988E}"/>
                </a:ext>
              </a:extLst>
            </p:cNvPr>
            <p:cNvSpPr/>
            <p:nvPr userDrawn="1"/>
          </p:nvSpPr>
          <p:spPr>
            <a:xfrm>
              <a:off x="7845854" y="2252140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bg-BG" noProof="0" dirty="0"/>
            </a:p>
          </p:txBody>
        </p:sp>
      </p:grpSp>
      <p:grpSp>
        <p:nvGrpSpPr>
          <p:cNvPr id="13" name="Група 12">
            <a:extLst>
              <a:ext uri="{FF2B5EF4-FFF2-40B4-BE49-F238E27FC236}">
                <a16:creationId xmlns:a16="http://schemas.microsoft.com/office/drawing/2014/main" id="{BB49A8A6-FEDB-4D20-B581-A84DB8EFE977}"/>
              </a:ext>
            </a:extLst>
          </p:cNvPr>
          <p:cNvGrpSpPr/>
          <p:nvPr userDrawn="1"/>
        </p:nvGrpSpPr>
        <p:grpSpPr>
          <a:xfrm>
            <a:off x="6769768" y="4654084"/>
            <a:ext cx="2520148" cy="100584"/>
            <a:chOff x="3631690" y="2253996"/>
            <a:chExt cx="4389742" cy="100584"/>
          </a:xfrm>
        </p:grpSpPr>
        <p:sp>
          <p:nvSpPr>
            <p:cNvPr id="14" name="Елипса 13">
              <a:extLst>
                <a:ext uri="{FF2B5EF4-FFF2-40B4-BE49-F238E27FC236}">
                  <a16:creationId xmlns:a16="http://schemas.microsoft.com/office/drawing/2014/main" id="{C2F65998-5EC3-446A-8307-1CF81A348CE3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bg-BG" noProof="0" dirty="0"/>
            </a:p>
          </p:txBody>
        </p:sp>
        <p:cxnSp>
          <p:nvCxnSpPr>
            <p:cNvPr id="15" name="Право съединение 14">
              <a:extLst>
                <a:ext uri="{FF2B5EF4-FFF2-40B4-BE49-F238E27FC236}">
                  <a16:creationId xmlns:a16="http://schemas.microsoft.com/office/drawing/2014/main" id="{7CC5D776-F60A-4A0C-AA7C-EFACDA2CEA88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201364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Елипса 15">
              <a:extLst>
                <a:ext uri="{FF2B5EF4-FFF2-40B4-BE49-F238E27FC236}">
                  <a16:creationId xmlns:a16="http://schemas.microsoft.com/office/drawing/2014/main" id="{AEAFE309-55C5-409C-92ED-748307C74318}"/>
                </a:ext>
              </a:extLst>
            </p:cNvPr>
            <p:cNvSpPr/>
            <p:nvPr userDrawn="1"/>
          </p:nvSpPr>
          <p:spPr>
            <a:xfrm>
              <a:off x="7845853" y="2253996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bg-BG" noProof="0" dirty="0"/>
            </a:p>
          </p:txBody>
        </p:sp>
      </p:grpSp>
      <p:sp>
        <p:nvSpPr>
          <p:cNvPr id="17" name="Подзаглавие 2">
            <a:extLst>
              <a:ext uri="{FF2B5EF4-FFF2-40B4-BE49-F238E27FC236}">
                <a16:creationId xmlns:a16="http://schemas.microsoft.com/office/drawing/2014/main" id="{5B77B20B-76F5-4912-803D-5709F730D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9767" y="4889444"/>
            <a:ext cx="4618957" cy="590626"/>
          </a:xfrm>
        </p:spPr>
        <p:txBody>
          <a:bodyPr lIns="0" tIns="0" rIns="0" bIns="0"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+mn-lt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bg-BG" noProof="0"/>
              <a:t>Щракнете, за да редактирате стила на подзаглавието в образеца</a:t>
            </a:r>
            <a:endParaRPr lang="bg-BG" noProof="0" dirty="0"/>
          </a:p>
        </p:txBody>
      </p:sp>
    </p:spTree>
    <p:extLst>
      <p:ext uri="{BB962C8B-B14F-4D97-AF65-F5344CB8AC3E}">
        <p14:creationId xmlns:p14="http://schemas.microsoft.com/office/powerpoint/2010/main" val="3791958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авоъгълник 6">
            <a:extLst>
              <a:ext uri="{FF2B5EF4-FFF2-40B4-BE49-F238E27FC236}">
                <a16:creationId xmlns:a16="http://schemas.microsoft.com/office/drawing/2014/main" id="{A16E3F0B-343E-4C97-A8D6-C47FCC915F7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bg-BG" noProof="0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69"/>
          </a:xfrm>
        </p:spPr>
        <p:txBody>
          <a:bodyPr rtlCol="0"/>
          <a:lstStyle/>
          <a:p>
            <a:pPr rtl="0"/>
            <a:r>
              <a:rPr lang="bg-BG" noProof="0"/>
              <a:t>Редакт. стил загл. образец</a:t>
            </a:r>
            <a:endParaRPr lang="bg-BG" noProof="0" dirty="0"/>
          </a:p>
        </p:txBody>
      </p:sp>
      <p:sp>
        <p:nvSpPr>
          <p:cNvPr id="3" name="Контейнер за дата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4" name="Контейнер за долен колонтитул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5" name="Контейнер за номер на слайд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pPr rtl="0"/>
              <a:t>‹#›</a:t>
            </a:fld>
            <a:endParaRPr lang="bg-BG" noProof="0" dirty="0"/>
          </a:p>
        </p:txBody>
      </p:sp>
      <p:sp>
        <p:nvSpPr>
          <p:cNvPr id="6" name="Контейнер на съдържание 2">
            <a:extLst>
              <a:ext uri="{FF2B5EF4-FFF2-40B4-BE49-F238E27FC236}">
                <a16:creationId xmlns:a16="http://schemas.microsoft.com/office/drawing/2014/main" id="{DEA943F6-C418-4339-8C7E-A12127BDE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7777"/>
            <a:ext cx="10515600" cy="4534293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 rtl="0"/>
            <a:r>
              <a:rPr lang="bg-BG" noProof="0"/>
              <a:t>Щракнете, за да редактирате стиловете на текста в образеца</a:t>
            </a:r>
          </a:p>
          <a:p>
            <a:pPr lvl="1" rtl="0"/>
            <a:r>
              <a:rPr lang="bg-BG" noProof="0"/>
              <a:t>Второ ниво</a:t>
            </a:r>
          </a:p>
          <a:p>
            <a:pPr lvl="2" rtl="0"/>
            <a:r>
              <a:rPr lang="bg-BG" noProof="0"/>
              <a:t>Трето ниво</a:t>
            </a:r>
          </a:p>
          <a:p>
            <a:pPr lvl="3" rtl="0"/>
            <a:r>
              <a:rPr lang="bg-BG" noProof="0"/>
              <a:t>Четвърто ниво</a:t>
            </a:r>
          </a:p>
          <a:p>
            <a:pPr lvl="4" rtl="0"/>
            <a:r>
              <a:rPr lang="bg-BG" noProof="0"/>
              <a:t>Пето ниво</a:t>
            </a:r>
            <a:endParaRPr lang="bg-BG" noProof="0" dirty="0"/>
          </a:p>
        </p:txBody>
      </p:sp>
    </p:spTree>
    <p:extLst>
      <p:ext uri="{BB962C8B-B14F-4D97-AF65-F5344CB8AC3E}">
        <p14:creationId xmlns:p14="http://schemas.microsoft.com/office/powerpoint/2010/main" val="7844681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авоъгълник 8">
            <a:extLst>
              <a:ext uri="{FF2B5EF4-FFF2-40B4-BE49-F238E27FC236}">
                <a16:creationId xmlns:a16="http://schemas.microsoft.com/office/drawing/2014/main" id="{8B6FE9A2-5CE4-4652-97CE-3FF947D5485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bg-BG" noProof="0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69"/>
          </a:xfrm>
        </p:spPr>
        <p:txBody>
          <a:bodyPr rtlCol="0"/>
          <a:lstStyle/>
          <a:p>
            <a:pPr rtl="0"/>
            <a:r>
              <a:rPr lang="bg-BG" noProof="0"/>
              <a:t>Редакт. стил загл. образец</a:t>
            </a:r>
            <a:endParaRPr lang="bg-BG" noProof="0" dirty="0"/>
          </a:p>
        </p:txBody>
      </p:sp>
      <p:sp>
        <p:nvSpPr>
          <p:cNvPr id="3" name="Контейнер за дата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4" name="Контейнер за долен колонтитул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5" name="Контейнер за номер на слайд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pPr rtl="0"/>
              <a:t>‹#›</a:t>
            </a:fld>
            <a:endParaRPr lang="bg-BG" noProof="0" dirty="0"/>
          </a:p>
        </p:txBody>
      </p:sp>
      <p:sp>
        <p:nvSpPr>
          <p:cNvPr id="7" name="Контейнер на съдържание 2">
            <a:extLst>
              <a:ext uri="{FF2B5EF4-FFF2-40B4-BE49-F238E27FC236}">
                <a16:creationId xmlns:a16="http://schemas.microsoft.com/office/drawing/2014/main" id="{3FD6D4E1-CC57-4556-9CB7-31B3754772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9497"/>
            <a:ext cx="5181600" cy="4543719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4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 rtl="0"/>
            <a:r>
              <a:rPr lang="bg-BG" noProof="0"/>
              <a:t>Щракнете, за да редактирате стиловете на текста в образеца</a:t>
            </a:r>
          </a:p>
          <a:p>
            <a:pPr lvl="1" rtl="0"/>
            <a:r>
              <a:rPr lang="bg-BG" noProof="0"/>
              <a:t>Второ ниво</a:t>
            </a:r>
          </a:p>
          <a:p>
            <a:pPr lvl="2" rtl="0"/>
            <a:r>
              <a:rPr lang="bg-BG" noProof="0"/>
              <a:t>Трето ниво</a:t>
            </a:r>
          </a:p>
          <a:p>
            <a:pPr lvl="3" rtl="0"/>
            <a:r>
              <a:rPr lang="bg-BG" noProof="0"/>
              <a:t>Четвърто ниво</a:t>
            </a:r>
          </a:p>
          <a:p>
            <a:pPr lvl="4" rtl="0"/>
            <a:r>
              <a:rPr lang="bg-BG" noProof="0"/>
              <a:t>Пето ниво</a:t>
            </a:r>
            <a:endParaRPr lang="bg-BG" noProof="0" dirty="0"/>
          </a:p>
        </p:txBody>
      </p:sp>
      <p:sp>
        <p:nvSpPr>
          <p:cNvPr id="8" name="Контейнер на съдържание 3">
            <a:extLst>
              <a:ext uri="{FF2B5EF4-FFF2-40B4-BE49-F238E27FC236}">
                <a16:creationId xmlns:a16="http://schemas.microsoft.com/office/drawing/2014/main" id="{2AE7A31C-D605-4363-B037-1938B9304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59497"/>
            <a:ext cx="5181600" cy="4543719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4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 rtl="0"/>
            <a:r>
              <a:rPr lang="bg-BG" noProof="0"/>
              <a:t>Щракнете, за да редактирате стиловете на текста в образеца</a:t>
            </a:r>
          </a:p>
          <a:p>
            <a:pPr lvl="1" rtl="0"/>
            <a:r>
              <a:rPr lang="bg-BG" noProof="0"/>
              <a:t>Второ ниво</a:t>
            </a:r>
          </a:p>
          <a:p>
            <a:pPr lvl="2" rtl="0"/>
            <a:r>
              <a:rPr lang="bg-BG" noProof="0"/>
              <a:t>Трето ниво</a:t>
            </a:r>
          </a:p>
          <a:p>
            <a:pPr lvl="3" rtl="0"/>
            <a:r>
              <a:rPr lang="bg-BG" noProof="0"/>
              <a:t>Четвърто ниво</a:t>
            </a:r>
          </a:p>
          <a:p>
            <a:pPr lvl="4" rtl="0"/>
            <a:r>
              <a:rPr lang="bg-BG" noProof="0"/>
              <a:t>Пето ниво</a:t>
            </a:r>
            <a:endParaRPr lang="bg-BG" noProof="0" dirty="0"/>
          </a:p>
        </p:txBody>
      </p:sp>
    </p:spTree>
    <p:extLst>
      <p:ext uri="{BB962C8B-B14F-4D97-AF65-F5344CB8AC3E}">
        <p14:creationId xmlns:p14="http://schemas.microsoft.com/office/powerpoint/2010/main" val="8849159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авоъгълник 10">
            <a:extLst>
              <a:ext uri="{FF2B5EF4-FFF2-40B4-BE49-F238E27FC236}">
                <a16:creationId xmlns:a16="http://schemas.microsoft.com/office/drawing/2014/main" id="{A4B5E40D-C1A5-4C5A-BBA0-C3E41F028D0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bg-BG" noProof="0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69"/>
          </a:xfrm>
        </p:spPr>
        <p:txBody>
          <a:bodyPr rtlCol="0"/>
          <a:lstStyle/>
          <a:p>
            <a:pPr rtl="0"/>
            <a:r>
              <a:rPr lang="bg-BG" noProof="0"/>
              <a:t>Редакт. стил загл. образец</a:t>
            </a:r>
            <a:endParaRPr lang="bg-BG" noProof="0" dirty="0"/>
          </a:p>
        </p:txBody>
      </p:sp>
      <p:sp>
        <p:nvSpPr>
          <p:cNvPr id="3" name="Контейнер за дата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4" name="Контейнер за долен колонтитул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5" name="Контейнер за номер на слайд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pPr rtl="0"/>
              <a:t>‹#›</a:t>
            </a:fld>
            <a:endParaRPr lang="bg-BG" noProof="0" dirty="0"/>
          </a:p>
        </p:txBody>
      </p:sp>
      <p:sp>
        <p:nvSpPr>
          <p:cNvPr id="7" name="Контейнер за текст 2">
            <a:extLst>
              <a:ext uri="{FF2B5EF4-FFF2-40B4-BE49-F238E27FC236}">
                <a16:creationId xmlns:a16="http://schemas.microsoft.com/office/drawing/2014/main" id="{85C650EE-495E-44EB-870B-AC85B18EB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256955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bg-BG" noProof="0"/>
              <a:t>Щракнете, за да редактирате стиловете на текста в образеца</a:t>
            </a:r>
          </a:p>
        </p:txBody>
      </p:sp>
      <p:sp>
        <p:nvSpPr>
          <p:cNvPr id="8" name="Контейнер на съдържание 3">
            <a:extLst>
              <a:ext uri="{FF2B5EF4-FFF2-40B4-BE49-F238E27FC236}">
                <a16:creationId xmlns:a16="http://schemas.microsoft.com/office/drawing/2014/main" id="{77DCC2A5-8A6A-431F-BD6C-93E32539A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03414"/>
            <a:ext cx="5157787" cy="3397631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4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 rtl="0"/>
            <a:r>
              <a:rPr lang="bg-BG" noProof="0"/>
              <a:t>Щракнете, за да редактирате стиловете на текста в образеца</a:t>
            </a:r>
          </a:p>
          <a:p>
            <a:pPr lvl="1" rtl="0"/>
            <a:r>
              <a:rPr lang="bg-BG" noProof="0"/>
              <a:t>Второ ниво</a:t>
            </a:r>
          </a:p>
          <a:p>
            <a:pPr lvl="2" rtl="0"/>
            <a:r>
              <a:rPr lang="bg-BG" noProof="0"/>
              <a:t>Трето ниво</a:t>
            </a:r>
          </a:p>
          <a:p>
            <a:pPr lvl="3" rtl="0"/>
            <a:r>
              <a:rPr lang="bg-BG" noProof="0"/>
              <a:t>Четвърто ниво</a:t>
            </a:r>
          </a:p>
          <a:p>
            <a:pPr lvl="4" rtl="0"/>
            <a:r>
              <a:rPr lang="bg-BG" noProof="0"/>
              <a:t>Пето ниво</a:t>
            </a:r>
            <a:endParaRPr lang="bg-BG" noProof="0" dirty="0"/>
          </a:p>
        </p:txBody>
      </p:sp>
      <p:sp>
        <p:nvSpPr>
          <p:cNvPr id="9" name="Контейнер за текст 4">
            <a:extLst>
              <a:ext uri="{FF2B5EF4-FFF2-40B4-BE49-F238E27FC236}">
                <a16:creationId xmlns:a16="http://schemas.microsoft.com/office/drawing/2014/main" id="{7FE620E9-8AD3-4771-8897-E65B461E28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56955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bg-BG" noProof="0"/>
              <a:t>Щракнете, за да редактирате стиловете на текста в образеца</a:t>
            </a:r>
          </a:p>
        </p:txBody>
      </p:sp>
      <p:sp>
        <p:nvSpPr>
          <p:cNvPr id="10" name="Контейнер на съдържание 5">
            <a:extLst>
              <a:ext uri="{FF2B5EF4-FFF2-40B4-BE49-F238E27FC236}">
                <a16:creationId xmlns:a16="http://schemas.microsoft.com/office/drawing/2014/main" id="{B75F265B-9F81-4A64-A8D4-7D0A31CEA4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03414"/>
            <a:ext cx="5183188" cy="3397631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4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 rtl="0"/>
            <a:r>
              <a:rPr lang="bg-BG" noProof="0"/>
              <a:t>Щракнете, за да редактирате стиловете на текста в образеца</a:t>
            </a:r>
          </a:p>
          <a:p>
            <a:pPr lvl="1" rtl="0"/>
            <a:r>
              <a:rPr lang="bg-BG" noProof="0"/>
              <a:t>Второ ниво</a:t>
            </a:r>
          </a:p>
          <a:p>
            <a:pPr lvl="2" rtl="0"/>
            <a:r>
              <a:rPr lang="bg-BG" noProof="0"/>
              <a:t>Трето ниво</a:t>
            </a:r>
          </a:p>
          <a:p>
            <a:pPr lvl="3" rtl="0"/>
            <a:r>
              <a:rPr lang="bg-BG" noProof="0"/>
              <a:t>Четвърто ниво</a:t>
            </a:r>
          </a:p>
          <a:p>
            <a:pPr lvl="4" rtl="0"/>
            <a:r>
              <a:rPr lang="bg-BG" noProof="0"/>
              <a:t>Пето ниво</a:t>
            </a:r>
            <a:endParaRPr lang="bg-BG" noProof="0" dirty="0"/>
          </a:p>
        </p:txBody>
      </p:sp>
    </p:spTree>
    <p:extLst>
      <p:ext uri="{BB962C8B-B14F-4D97-AF65-F5344CB8AC3E}">
        <p14:creationId xmlns:p14="http://schemas.microsoft.com/office/powerpoint/2010/main" val="21408030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авоъгълник 6">
            <a:extLst>
              <a:ext uri="{FF2B5EF4-FFF2-40B4-BE49-F238E27FC236}">
                <a16:creationId xmlns:a16="http://schemas.microsoft.com/office/drawing/2014/main" id="{A16E3F0B-343E-4C97-A8D6-C47FCC915F7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bg-BG" noProof="0" dirty="0"/>
          </a:p>
        </p:txBody>
      </p:sp>
      <p:sp>
        <p:nvSpPr>
          <p:cNvPr id="3" name="Контейнер за дата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4" name="Контейнер за долен колонтитул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5" name="Контейнер за номер на слайд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pPr rtl="0"/>
              <a:t>‹#›</a:t>
            </a:fld>
            <a:endParaRPr lang="bg-BG" noProof="0" dirty="0"/>
          </a:p>
        </p:txBody>
      </p:sp>
      <p:sp>
        <p:nvSpPr>
          <p:cNvPr id="8" name="Заглавие 1">
            <a:extLst>
              <a:ext uri="{FF2B5EF4-FFF2-40B4-BE49-F238E27FC236}">
                <a16:creationId xmlns:a16="http://schemas.microsoft.com/office/drawing/2014/main" id="{8A02905C-2C7D-4445-B47F-3EBBA4465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bg-BG" noProof="0"/>
              <a:t>Редакт. стил загл. образец</a:t>
            </a:r>
            <a:endParaRPr lang="bg-BG" noProof="0" dirty="0"/>
          </a:p>
        </p:txBody>
      </p:sp>
      <p:sp>
        <p:nvSpPr>
          <p:cNvPr id="9" name="Контейнер за текст 3">
            <a:extLst>
              <a:ext uri="{FF2B5EF4-FFF2-40B4-BE49-F238E27FC236}">
                <a16:creationId xmlns:a16="http://schemas.microsoft.com/office/drawing/2014/main" id="{17BC8A51-D50F-4F98-9402-8FF90BD2D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bg-BG" noProof="0"/>
              <a:t>Щракнете, за да редактирате стиловете на текста в образеца</a:t>
            </a:r>
          </a:p>
        </p:txBody>
      </p:sp>
      <p:sp>
        <p:nvSpPr>
          <p:cNvPr id="10" name="Контейнер на съдържание 2">
            <a:extLst>
              <a:ext uri="{FF2B5EF4-FFF2-40B4-BE49-F238E27FC236}">
                <a16:creationId xmlns:a16="http://schemas.microsoft.com/office/drawing/2014/main" id="{3AE79E65-3D1E-4444-9BD4-8578BF0C6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bg-BG" noProof="0"/>
              <a:t>Щракнете, за да редактирате стиловете на текста в образеца</a:t>
            </a:r>
          </a:p>
          <a:p>
            <a:pPr lvl="1" rtl="0"/>
            <a:r>
              <a:rPr lang="bg-BG" noProof="0"/>
              <a:t>Второ ниво</a:t>
            </a:r>
          </a:p>
          <a:p>
            <a:pPr lvl="2" rtl="0"/>
            <a:r>
              <a:rPr lang="bg-BG" noProof="0"/>
              <a:t>Трето ниво</a:t>
            </a:r>
          </a:p>
          <a:p>
            <a:pPr lvl="3" rtl="0"/>
            <a:r>
              <a:rPr lang="bg-BG" noProof="0"/>
              <a:t>Четвърто ниво</a:t>
            </a:r>
          </a:p>
          <a:p>
            <a:pPr lvl="4" rtl="0"/>
            <a:r>
              <a:rPr lang="bg-BG" noProof="0"/>
              <a:t>Пето ниво</a:t>
            </a:r>
            <a:endParaRPr lang="bg-BG" noProof="0" dirty="0"/>
          </a:p>
        </p:txBody>
      </p:sp>
    </p:spTree>
    <p:extLst>
      <p:ext uri="{BB962C8B-B14F-4D97-AF65-F5344CB8AC3E}">
        <p14:creationId xmlns:p14="http://schemas.microsoft.com/office/powerpoint/2010/main" val="21279995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авоъгълник 6">
            <a:extLst>
              <a:ext uri="{FF2B5EF4-FFF2-40B4-BE49-F238E27FC236}">
                <a16:creationId xmlns:a16="http://schemas.microsoft.com/office/drawing/2014/main" id="{A16E3F0B-343E-4C97-A8D6-C47FCC915F7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bg-BG" noProof="0" dirty="0"/>
          </a:p>
        </p:txBody>
      </p:sp>
      <p:sp>
        <p:nvSpPr>
          <p:cNvPr id="3" name="Контейнер за дата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4" name="Контейнер за долен колонтитул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5" name="Контейнер за номер на слайд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pPr rtl="0"/>
              <a:t>‹#›</a:t>
            </a:fld>
            <a:endParaRPr lang="bg-BG" noProof="0" dirty="0"/>
          </a:p>
        </p:txBody>
      </p:sp>
      <p:sp>
        <p:nvSpPr>
          <p:cNvPr id="8" name="Заглавие 1">
            <a:extLst>
              <a:ext uri="{FF2B5EF4-FFF2-40B4-BE49-F238E27FC236}">
                <a16:creationId xmlns:a16="http://schemas.microsoft.com/office/drawing/2014/main" id="{8A02905C-2C7D-4445-B47F-3EBBA4465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bg-BG" noProof="0"/>
              <a:t>Редакт. стил загл. образец</a:t>
            </a:r>
            <a:endParaRPr lang="bg-BG" noProof="0" dirty="0"/>
          </a:p>
        </p:txBody>
      </p:sp>
      <p:sp>
        <p:nvSpPr>
          <p:cNvPr id="9" name="Контейнер за текст 3">
            <a:extLst>
              <a:ext uri="{FF2B5EF4-FFF2-40B4-BE49-F238E27FC236}">
                <a16:creationId xmlns:a16="http://schemas.microsoft.com/office/drawing/2014/main" id="{17BC8A51-D50F-4F98-9402-8FF90BD2D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bg-BG" noProof="0"/>
              <a:t>Щракнете, за да редактирате стиловете на текста в образеца</a:t>
            </a:r>
          </a:p>
        </p:txBody>
      </p:sp>
      <p:sp>
        <p:nvSpPr>
          <p:cNvPr id="11" name="Контейнер за картина 2">
            <a:extLst>
              <a:ext uri="{FF2B5EF4-FFF2-40B4-BE49-F238E27FC236}">
                <a16:creationId xmlns:a16="http://schemas.microsoft.com/office/drawing/2014/main" id="{1D23A006-AC57-4A0B-BC20-6D226A80CC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bg-BG" noProof="0"/>
              <a:t>Щракнете върху иконата, за да добавите картина</a:t>
            </a:r>
            <a:endParaRPr lang="bg-BG" noProof="0" dirty="0"/>
          </a:p>
        </p:txBody>
      </p:sp>
    </p:spTree>
    <p:extLst>
      <p:ext uri="{BB962C8B-B14F-4D97-AF65-F5344CB8AC3E}">
        <p14:creationId xmlns:p14="http://schemas.microsoft.com/office/powerpoint/2010/main" val="25853051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авоъгълник 6">
            <a:extLst>
              <a:ext uri="{FF2B5EF4-FFF2-40B4-BE49-F238E27FC236}">
                <a16:creationId xmlns:a16="http://schemas.microsoft.com/office/drawing/2014/main" id="{9F05564D-C546-470F-B93C-274AA86CE0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bg-BG" noProof="0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69"/>
          </a:xfrm>
        </p:spPr>
        <p:txBody>
          <a:bodyPr rtlCol="0"/>
          <a:lstStyle/>
          <a:p>
            <a:pPr rtl="0"/>
            <a:r>
              <a:rPr lang="bg-BG" noProof="0"/>
              <a:t>Редакт. стил загл. образец</a:t>
            </a:r>
            <a:endParaRPr lang="bg-BG" noProof="0" dirty="0"/>
          </a:p>
        </p:txBody>
      </p:sp>
      <p:sp>
        <p:nvSpPr>
          <p:cNvPr id="3" name="Контейнер за дата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4" name="Контейнер за долен колонтитул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5" name="Контейнер за номер на слайд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pPr rtl="0"/>
              <a:t>‹#›</a:t>
            </a:fld>
            <a:endParaRPr lang="bg-BG" noProof="0" dirty="0"/>
          </a:p>
        </p:txBody>
      </p:sp>
    </p:spTree>
    <p:extLst>
      <p:ext uri="{BB962C8B-B14F-4D97-AF65-F5344CB8AC3E}">
        <p14:creationId xmlns:p14="http://schemas.microsoft.com/office/powerpoint/2010/main" val="8839916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аз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авоъгълник 5">
            <a:extLst>
              <a:ext uri="{FF2B5EF4-FFF2-40B4-BE49-F238E27FC236}">
                <a16:creationId xmlns:a16="http://schemas.microsoft.com/office/drawing/2014/main" id="{D9E60A5F-CE74-4F00-A5C2-F9742DDFFF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bg-BG" noProof="0" dirty="0"/>
          </a:p>
        </p:txBody>
      </p:sp>
      <p:sp>
        <p:nvSpPr>
          <p:cNvPr id="3" name="Контейнер за дата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4" name="Контейнер за долен колонтитул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5" name="Контейнер за номер на слайд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noProof="0" smtClean="0"/>
              <a:pPr rtl="0"/>
              <a:t>‹#›</a:t>
            </a:fld>
            <a:endParaRPr lang="bg-BG" noProof="0" dirty="0"/>
          </a:p>
        </p:txBody>
      </p:sp>
    </p:spTree>
    <p:extLst>
      <p:ext uri="{BB962C8B-B14F-4D97-AF65-F5344CB8AC3E}">
        <p14:creationId xmlns:p14="http://schemas.microsoft.com/office/powerpoint/2010/main" val="2231715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>
            <a:extLst>
              <a:ext uri="{FF2B5EF4-FFF2-40B4-BE49-F238E27FC236}">
                <a16:creationId xmlns:a16="http://schemas.microsoft.com/office/drawing/2014/main" id="{6967058B-89E0-4460-AB21-21747CB3A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bg-BG" noProof="0" dirty="0"/>
              <a:t>Щракнете, за да редактирате стила на заглавието в образеца</a:t>
            </a:r>
          </a:p>
        </p:txBody>
      </p:sp>
      <p:sp>
        <p:nvSpPr>
          <p:cNvPr id="3" name="Контейнер за текст 2">
            <a:extLst>
              <a:ext uri="{FF2B5EF4-FFF2-40B4-BE49-F238E27FC236}">
                <a16:creationId xmlns:a16="http://schemas.microsoft.com/office/drawing/2014/main" id="{7201C5EB-04D6-4050-930C-5F6907528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bg-BG" noProof="0" dirty="0"/>
              <a:t>Редактиране на стиловете на текста на образеца</a:t>
            </a:r>
          </a:p>
          <a:p>
            <a:pPr lvl="1" rtl="0"/>
            <a:r>
              <a:rPr lang="bg-BG" noProof="0" dirty="0"/>
              <a:t>Второ ниво</a:t>
            </a:r>
          </a:p>
          <a:p>
            <a:pPr lvl="2" rtl="0"/>
            <a:r>
              <a:rPr lang="bg-BG" noProof="0" dirty="0"/>
              <a:t>Трето ниво</a:t>
            </a:r>
          </a:p>
          <a:p>
            <a:pPr lvl="3" rtl="0"/>
            <a:r>
              <a:rPr lang="bg-BG" noProof="0" dirty="0"/>
              <a:t>Четвърто ниво</a:t>
            </a:r>
          </a:p>
          <a:p>
            <a:pPr lvl="4" rtl="0"/>
            <a:r>
              <a:rPr lang="bg-BG" noProof="0" dirty="0"/>
              <a:t>Пето ниво</a:t>
            </a:r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A732220F-109C-4A57-81E9-C6279EDA13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r>
              <a:rPr lang="bg-BG" noProof="0" dirty="0"/>
              <a:t>ДД.ММ.20XX</a:t>
            </a:r>
          </a:p>
        </p:txBody>
      </p:sp>
      <p:sp>
        <p:nvSpPr>
          <p:cNvPr id="5" name="Контейнер за долен колонтитул 4">
            <a:extLst>
              <a:ext uri="{FF2B5EF4-FFF2-40B4-BE49-F238E27FC236}">
                <a16:creationId xmlns:a16="http://schemas.microsoft.com/office/drawing/2014/main" id="{0A25404F-F26F-42E5-BA15-C0373FC1CF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r>
              <a:rPr lang="bg-BG" noProof="0" dirty="0"/>
              <a:t>ДОБАВИ ДОЛЕН КОЛОНТИТУЛ</a:t>
            </a:r>
          </a:p>
        </p:txBody>
      </p:sp>
      <p:sp>
        <p:nvSpPr>
          <p:cNvPr id="6" name="Контейнер за номер на слайд 5">
            <a:extLst>
              <a:ext uri="{FF2B5EF4-FFF2-40B4-BE49-F238E27FC236}">
                <a16:creationId xmlns:a16="http://schemas.microsoft.com/office/drawing/2014/main" id="{41725174-FA04-488F-9F0C-3CD1D1483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8643" y="5879656"/>
            <a:ext cx="354492" cy="2973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pPr rtl="0"/>
            <a:fld id="{8D581BC7-E183-40DB-AC97-C19EA4EB8894}" type="slidenum">
              <a:rPr lang="bg-BG" noProof="0" smtClean="0"/>
              <a:pPr rtl="0"/>
              <a:t>‹#›</a:t>
            </a:fld>
            <a:endParaRPr lang="bg-BG" noProof="0" dirty="0"/>
          </a:p>
        </p:txBody>
      </p:sp>
      <p:sp>
        <p:nvSpPr>
          <p:cNvPr id="7" name="Елипса 6">
            <a:extLst>
              <a:ext uri="{FF2B5EF4-FFF2-40B4-BE49-F238E27FC236}">
                <a16:creationId xmlns:a16="http://schemas.microsoft.com/office/drawing/2014/main" id="{7FEF1588-F385-48F3-800A-554A9423E77A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10" name="Право съединение 9">
            <a:extLst>
              <a:ext uri="{FF2B5EF4-FFF2-40B4-BE49-F238E27FC236}">
                <a16:creationId xmlns:a16="http://schemas.microsoft.com/office/drawing/2014/main" id="{440B0943-F568-4674-8FA4-B435B1E466AF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Елипса 10">
            <a:extLst>
              <a:ext uri="{FF2B5EF4-FFF2-40B4-BE49-F238E27FC236}">
                <a16:creationId xmlns:a16="http://schemas.microsoft.com/office/drawing/2014/main" id="{62DE7FD5-7941-43A1-8663-42AE40546A4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0" dirty="0"/>
          </a:p>
        </p:txBody>
      </p:sp>
      <p:cxnSp>
        <p:nvCxnSpPr>
          <p:cNvPr id="13" name="Право съединение 12">
            <a:extLst>
              <a:ext uri="{FF2B5EF4-FFF2-40B4-BE49-F238E27FC236}">
                <a16:creationId xmlns:a16="http://schemas.microsoft.com/office/drawing/2014/main" id="{97791EE5-EF06-4BF8-84C6-EC24114E73F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1861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74" r:id="rId19"/>
    <p:sldLayoutId id="2147483675" r:id="rId20"/>
    <p:sldLayoutId id="2147483676" r:id="rId21"/>
    <p:sldLayoutId id="2147483677" r:id="rId22"/>
    <p:sldLayoutId id="2147483678" r:id="rId23"/>
    <p:sldLayoutId id="2147483679" r:id="rId24"/>
    <p:sldLayoutId id="2147483680" r:id="rId25"/>
    <p:sldLayoutId id="2147483681" r:id="rId26"/>
    <p:sldLayoutId id="2147483682" r:id="rId27"/>
    <p:sldLayoutId id="2147483683" r:id="rId28"/>
    <p:sldLayoutId id="2147483684" r:id="rId29"/>
    <p:sldLayoutId id="2147483685" r:id="rId30"/>
    <p:sldLayoutId id="2147483686" r:id="rId31"/>
    <p:sldLayoutId id="2147483687" r:id="rId32"/>
    <p:sldLayoutId id="2147483690" r:id="rId33"/>
    <p:sldLayoutId id="2147483691" r:id="rId34"/>
    <p:sldLayoutId id="2147483688" r:id="rId35"/>
    <p:sldLayoutId id="2147483689" r:id="rId3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7" userDrawn="1">
          <p15:clr>
            <a:srgbClr val="F26B43"/>
          </p15:clr>
        </p15:guide>
        <p15:guide id="2" pos="7174" userDrawn="1">
          <p15:clr>
            <a:srgbClr val="F26B43"/>
          </p15:clr>
        </p15:guide>
        <p15:guide id="3" pos="506" userDrawn="1">
          <p15:clr>
            <a:srgbClr val="F26B43"/>
          </p15:clr>
        </p15:guide>
        <p15:guide id="4" orient="horz" pos="3793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pos="3318" userDrawn="1">
          <p15:clr>
            <a:srgbClr val="F26B43"/>
          </p15:clr>
        </p15:guide>
        <p15:guide id="8" pos="436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BD4B26A0-76B0-4D92-8A3B-F4FB7FCBB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pPr algn="l"/>
            <a:r>
              <a:rPr lang="en-US" sz="4000" b="0" i="0" dirty="0">
                <a:solidFill>
                  <a:srgbClr val="CCCCCC"/>
                </a:solidFill>
                <a:effectLst/>
                <a:latin typeface="Segoe WPC"/>
              </a:rPr>
              <a:t>Full-Stack </a:t>
            </a:r>
            <a:r>
              <a:rPr lang="bg-BG" sz="4000" b="0" i="0" dirty="0">
                <a:solidFill>
                  <a:srgbClr val="CCCCCC"/>
                </a:solidFill>
                <a:effectLst/>
                <a:latin typeface="Segoe WPC"/>
              </a:rPr>
              <a:t>Архитектура на </a:t>
            </a:r>
            <a:r>
              <a:rPr lang="en-US" sz="4000" b="0" i="0" dirty="0" err="1">
                <a:solidFill>
                  <a:srgbClr val="CCCCCC"/>
                </a:solidFill>
                <a:effectLst/>
                <a:latin typeface="Segoe WPC"/>
              </a:rPr>
              <a:t>PawHelp</a:t>
            </a:r>
            <a:r>
              <a:rPr lang="en-US" sz="4000" b="0" i="0" dirty="0">
                <a:solidFill>
                  <a:srgbClr val="CCCCCC"/>
                </a:solidFill>
                <a:effectLst/>
                <a:latin typeface="Segoe WPC"/>
              </a:rPr>
              <a:t> </a:t>
            </a:r>
            <a:r>
              <a:rPr lang="bg-BG" sz="4000" b="1" i="0" dirty="0">
                <a:solidFill>
                  <a:srgbClr val="CCCCCC"/>
                </a:solidFill>
                <a:effectLst/>
                <a:latin typeface="Segoe WPC"/>
              </a:rPr>
              <a:t>Модел:</a:t>
            </a:r>
            <a:r>
              <a:rPr lang="bg-BG" sz="4000" b="0" i="0" dirty="0">
                <a:solidFill>
                  <a:srgbClr val="CCCCCC"/>
                </a:solidFill>
                <a:effectLst/>
                <a:latin typeface="Segoe WPC"/>
              </a:rPr>
              <a:t> </a:t>
            </a:r>
            <a:r>
              <a:rPr lang="en-US" sz="4000" b="0" i="0" dirty="0">
                <a:solidFill>
                  <a:srgbClr val="CCCCCC"/>
                </a:solidFill>
                <a:effectLst/>
                <a:latin typeface="Segoe WPC"/>
              </a:rPr>
              <a:t>Client-Server (REST API)</a:t>
            </a:r>
            <a:endParaRPr lang="en-US" sz="6600" b="0" i="0" dirty="0">
              <a:solidFill>
                <a:srgbClr val="CCCCCC"/>
              </a:solidFill>
              <a:effectLst/>
              <a:latin typeface="Segoe WPC"/>
            </a:endParaRPr>
          </a:p>
        </p:txBody>
      </p:sp>
      <p:sp>
        <p:nvSpPr>
          <p:cNvPr id="5" name="Контейнер за текст 4">
            <a:extLst>
              <a:ext uri="{FF2B5EF4-FFF2-40B4-BE49-F238E27FC236}">
                <a16:creationId xmlns:a16="http://schemas.microsoft.com/office/drawing/2014/main" id="{C7BC30F8-1890-4494-869A-DCD11E9F5FF4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815720" y="3206044"/>
            <a:ext cx="4215201" cy="2587752"/>
          </a:xfrm>
        </p:spPr>
        <p:txBody>
          <a:bodyPr rtlCol="0">
            <a:normAutofit/>
          </a:bodyPr>
          <a:lstStyle/>
          <a:p>
            <a:pPr algn="l"/>
            <a:r>
              <a:rPr lang="bg-BG" sz="1800" b="1" i="0" dirty="0">
                <a:solidFill>
                  <a:srgbClr val="CCCCCC"/>
                </a:solidFill>
                <a:effectLst/>
                <a:latin typeface="Segoe WPC"/>
              </a:rPr>
              <a:t>Основни слоеве:</a:t>
            </a:r>
            <a:endParaRPr lang="bg-BG" sz="1800" b="0" i="0" dirty="0">
              <a:solidFill>
                <a:srgbClr val="CCCCCC"/>
              </a:solidFill>
              <a:effectLst/>
              <a:latin typeface="Segoe WPC"/>
            </a:endParaRP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CCCCCC"/>
                </a:solidFill>
                <a:effectLst/>
                <a:latin typeface="Segoe WPC"/>
              </a:rPr>
              <a:t>Client (Frontend):</a:t>
            </a:r>
            <a:r>
              <a:rPr lang="en-US" sz="1800" b="0" i="0" dirty="0">
                <a:solidFill>
                  <a:srgbClr val="CCCCCC"/>
                </a:solidFill>
                <a:effectLst/>
                <a:latin typeface="Segoe WPC"/>
              </a:rPr>
              <a:t> Next.js </a:t>
            </a:r>
            <a:r>
              <a:rPr lang="bg-BG" sz="1800" b="0" i="0" dirty="0">
                <a:solidFill>
                  <a:srgbClr val="CCCCCC"/>
                </a:solidFill>
                <a:effectLst/>
                <a:latin typeface="Segoe WPC"/>
              </a:rPr>
              <a:t>приложение за крайно потребителско изживяване.</a:t>
            </a: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CCCCCC"/>
                </a:solidFill>
                <a:effectLst/>
                <a:latin typeface="Segoe WPC"/>
              </a:rPr>
              <a:t>Server (Backend):</a:t>
            </a:r>
            <a:r>
              <a:rPr lang="en-US" sz="1800" b="0" i="0" dirty="0">
                <a:solidFill>
                  <a:srgbClr val="CCCCCC"/>
                </a:solidFill>
                <a:effectLst/>
                <a:latin typeface="Segoe WPC"/>
              </a:rPr>
              <a:t> </a:t>
            </a:r>
            <a:r>
              <a:rPr lang="bg-BG" sz="1800" b="0" i="0" dirty="0">
                <a:solidFill>
                  <a:srgbClr val="CCCCCC"/>
                </a:solidFill>
                <a:effectLst/>
                <a:latin typeface="Segoe WPC"/>
              </a:rPr>
              <a:t>Високопроизводително .</a:t>
            </a:r>
            <a:r>
              <a:rPr lang="en-US" sz="1800" b="0" i="0" dirty="0">
                <a:solidFill>
                  <a:srgbClr val="CCCCCC"/>
                </a:solidFill>
                <a:effectLst/>
                <a:latin typeface="Segoe WPC"/>
              </a:rPr>
              <a:t>NET Web API.</a:t>
            </a: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CCCCCC"/>
                </a:solidFill>
                <a:effectLst/>
                <a:latin typeface="Segoe WPC"/>
              </a:rPr>
              <a:t>Data (Persistence):</a:t>
            </a:r>
            <a:r>
              <a:rPr lang="en-US" sz="1800" b="0" i="0" dirty="0">
                <a:solidFill>
                  <a:srgbClr val="CCCCCC"/>
                </a:solidFill>
                <a:effectLst/>
                <a:latin typeface="Segoe WPC"/>
              </a:rPr>
              <a:t> </a:t>
            </a:r>
            <a:r>
              <a:rPr lang="bg-BG" sz="1800" b="0" i="0" dirty="0">
                <a:solidFill>
                  <a:srgbClr val="CCCCCC"/>
                </a:solidFill>
                <a:effectLst/>
                <a:latin typeface="Segoe WPC"/>
              </a:rPr>
              <a:t>Релационна база данни </a:t>
            </a:r>
            <a:r>
              <a:rPr lang="en-US" sz="1800" b="0" i="0" dirty="0">
                <a:solidFill>
                  <a:srgbClr val="CCCCCC"/>
                </a:solidFill>
                <a:effectLst/>
                <a:latin typeface="Segoe WPC"/>
              </a:rPr>
              <a:t>MySQL.</a:t>
            </a:r>
          </a:p>
        </p:txBody>
      </p:sp>
      <p:pic>
        <p:nvPicPr>
          <p:cNvPr id="20" name="Контейнер за картина 19">
            <a:extLst>
              <a:ext uri="{FF2B5EF4-FFF2-40B4-BE49-F238E27FC236}">
                <a16:creationId xmlns:a16="http://schemas.microsoft.com/office/drawing/2014/main" id="{61169563-0C6E-483D-91B6-7AB8952A8FA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/>
          <a:stretch/>
        </p:blipFill>
        <p:spPr>
          <a:xfrm>
            <a:off x="6103003" y="2806233"/>
            <a:ext cx="6083300" cy="1956353"/>
          </a:xfrm>
        </p:spPr>
      </p:pic>
      <p:sp>
        <p:nvSpPr>
          <p:cNvPr id="8" name="Контейнер за номер на слайд 7">
            <a:extLst>
              <a:ext uri="{FF2B5EF4-FFF2-40B4-BE49-F238E27FC236}">
                <a16:creationId xmlns:a16="http://schemas.microsoft.com/office/drawing/2014/main" id="{FE91C663-2D66-4255-91B4-906F720EB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smtClean="0"/>
              <a:pPr rtl="0"/>
              <a:t>1</a:t>
            </a:fld>
            <a:endParaRPr lang="bg-BG" dirty="0"/>
          </a:p>
        </p:txBody>
      </p:sp>
      <p:sp>
        <p:nvSpPr>
          <p:cNvPr id="7" name="Контейнер за долен колонтитул 6">
            <a:extLst>
              <a:ext uri="{FF2B5EF4-FFF2-40B4-BE49-F238E27FC236}">
                <a16:creationId xmlns:a16="http://schemas.microsoft.com/office/drawing/2014/main" id="{80B83D80-B29B-48B9-9B34-76AD9399E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0" y="5878720"/>
            <a:ext cx="1764433" cy="298800"/>
          </a:xfrm>
        </p:spPr>
        <p:txBody>
          <a:bodyPr rtlCol="0"/>
          <a:lstStyle/>
          <a:p>
            <a:pPr rtl="0"/>
            <a:r>
              <a:rPr lang="bg-BG" dirty="0"/>
              <a:t>ДОБАВИ ДОЛЕН КОЛОНТИТУЛ</a:t>
            </a:r>
          </a:p>
        </p:txBody>
      </p:sp>
      <p:sp>
        <p:nvSpPr>
          <p:cNvPr id="6" name="Контейнер за дата 5">
            <a:extLst>
              <a:ext uri="{FF2B5EF4-FFF2-40B4-BE49-F238E27FC236}">
                <a16:creationId xmlns:a16="http://schemas.microsoft.com/office/drawing/2014/main" id="{5EC88EDC-DE1B-4E22-AB2A-B461D5C81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dirty="0"/>
              <a:t>ДД.ММ.20XX</a:t>
            </a:r>
          </a:p>
        </p:txBody>
      </p:sp>
    </p:spTree>
    <p:extLst>
      <p:ext uri="{BB962C8B-B14F-4D97-AF65-F5344CB8AC3E}">
        <p14:creationId xmlns:p14="http://schemas.microsoft.com/office/powerpoint/2010/main" val="2905111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Контейнер за картина 19">
            <a:extLst>
              <a:ext uri="{FF2B5EF4-FFF2-40B4-BE49-F238E27FC236}">
                <a16:creationId xmlns:a16="http://schemas.microsoft.com/office/drawing/2014/main" id="{3330B498-1497-4DA8-99F4-8F8159B24FF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/>
          <a:stretch/>
        </p:blipFill>
        <p:spPr>
          <a:xfrm>
            <a:off x="432135" y="1446971"/>
            <a:ext cx="5946087" cy="3964058"/>
          </a:xfrm>
        </p:spPr>
      </p:pic>
      <p:sp>
        <p:nvSpPr>
          <p:cNvPr id="5" name="Заглавие 4">
            <a:extLst>
              <a:ext uri="{FF2B5EF4-FFF2-40B4-BE49-F238E27FC236}">
                <a16:creationId xmlns:a16="http://schemas.microsoft.com/office/drawing/2014/main" id="{FF93F71D-1663-42FA-A91E-FA23F03F0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algn="l"/>
            <a:r>
              <a:rPr lang="bg-BG" b="1" i="0" dirty="0">
                <a:solidFill>
                  <a:srgbClr val="CCCCCC"/>
                </a:solidFill>
                <a:effectLst/>
                <a:latin typeface="Segoe WPC"/>
              </a:rPr>
              <a:t>Технологичен Стек</a:t>
            </a:r>
          </a:p>
        </p:txBody>
      </p:sp>
      <p:sp>
        <p:nvSpPr>
          <p:cNvPr id="8" name="Контейнер за текст 7">
            <a:extLst>
              <a:ext uri="{FF2B5EF4-FFF2-40B4-BE49-F238E27FC236}">
                <a16:creationId xmlns:a16="http://schemas.microsoft.com/office/drawing/2014/main" id="{1C19D996-1EAD-4EC5-92CC-5A60F9A9E91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894591" y="2190044"/>
            <a:ext cx="4482996" cy="3688675"/>
          </a:xfrm>
        </p:spPr>
        <p:txBody>
          <a:bodyPr rtlCol="0">
            <a:normAutofit fontScale="92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CCCCCC"/>
                </a:solidFill>
                <a:effectLst/>
                <a:latin typeface="Segoe WPC"/>
              </a:rPr>
              <a:t>Next.js &amp; React:</a:t>
            </a:r>
            <a:r>
              <a:rPr lang="en-US" sz="1800" b="0" i="0" dirty="0">
                <a:solidFill>
                  <a:srgbClr val="CCCCCC"/>
                </a:solidFill>
                <a:effectLst/>
                <a:latin typeface="Segoe WPC"/>
              </a:rPr>
              <a:t> </a:t>
            </a:r>
            <a:r>
              <a:rPr lang="bg-BG" sz="1800" b="0" i="0" dirty="0">
                <a:solidFill>
                  <a:srgbClr val="CCCCCC"/>
                </a:solidFill>
                <a:effectLst/>
                <a:latin typeface="Segoe WPC"/>
              </a:rPr>
              <a:t>За бърз </a:t>
            </a:r>
            <a:r>
              <a:rPr lang="bg-BG" sz="1800" b="0" i="0" dirty="0" err="1">
                <a:solidFill>
                  <a:srgbClr val="CCCCCC"/>
                </a:solidFill>
                <a:effectLst/>
                <a:latin typeface="Segoe WPC"/>
              </a:rPr>
              <a:t>рендеринг</a:t>
            </a:r>
            <a:r>
              <a:rPr lang="bg-BG" sz="1800" b="0" i="0" dirty="0">
                <a:solidFill>
                  <a:srgbClr val="CCCCCC"/>
                </a:solidFill>
                <a:effectLst/>
                <a:latin typeface="Segoe WPC"/>
              </a:rPr>
              <a:t> и интерактивен </a:t>
            </a:r>
            <a:r>
              <a:rPr lang="en-US" sz="1800" b="0" i="0" dirty="0">
                <a:solidFill>
                  <a:srgbClr val="CCCCCC"/>
                </a:solidFill>
                <a:effectLst/>
                <a:latin typeface="Segoe WPC"/>
              </a:rPr>
              <a:t>UI.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CCCCCC"/>
                </a:solidFill>
                <a:effectLst/>
                <a:latin typeface="Segoe WPC"/>
              </a:rPr>
              <a:t>TypeScript:</a:t>
            </a:r>
            <a:r>
              <a:rPr lang="en-US" sz="1800" b="0" i="0" dirty="0">
                <a:solidFill>
                  <a:srgbClr val="CCCCCC"/>
                </a:solidFill>
                <a:effectLst/>
                <a:latin typeface="Segoe WPC"/>
              </a:rPr>
              <a:t> </a:t>
            </a:r>
            <a:r>
              <a:rPr lang="bg-BG" sz="1800" b="0" i="0" dirty="0">
                <a:solidFill>
                  <a:srgbClr val="CCCCCC"/>
                </a:solidFill>
                <a:effectLst/>
                <a:latin typeface="Segoe WPC"/>
              </a:rPr>
              <a:t>Строга типизация за по-малко грешки.</a:t>
            </a:r>
          </a:p>
          <a:p>
            <a:pPr algn="l"/>
            <a:r>
              <a:rPr lang="en-US" sz="1800" b="1" i="0" dirty="0">
                <a:solidFill>
                  <a:srgbClr val="CCCCCC"/>
                </a:solidFill>
                <a:effectLst/>
                <a:latin typeface="Segoe WPC"/>
              </a:rPr>
              <a:t>Backend:</a:t>
            </a:r>
            <a:endParaRPr lang="en-US" sz="1800" b="0" i="0" dirty="0">
              <a:solidFill>
                <a:srgbClr val="CCCCCC"/>
              </a:solidFill>
              <a:effectLst/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CCCCCC"/>
                </a:solidFill>
                <a:effectLst/>
                <a:latin typeface="Segoe WPC"/>
              </a:rPr>
              <a:t>.NET 8 (ASP.NET Core):</a:t>
            </a:r>
            <a:r>
              <a:rPr lang="en-US" sz="1800" b="0" i="0" dirty="0">
                <a:solidFill>
                  <a:srgbClr val="CCCCCC"/>
                </a:solidFill>
                <a:effectLst/>
                <a:latin typeface="Segoe WPC"/>
              </a:rPr>
              <a:t> </a:t>
            </a:r>
            <a:r>
              <a:rPr lang="bg-BG" sz="1800" b="0" i="0" dirty="0">
                <a:solidFill>
                  <a:srgbClr val="CCCCCC"/>
                </a:solidFill>
                <a:effectLst/>
                <a:latin typeface="Segoe WPC"/>
              </a:rPr>
              <a:t>Избран заради бързина, сигурност и </a:t>
            </a:r>
            <a:r>
              <a:rPr lang="en-US" sz="1800" b="0" i="0" dirty="0">
                <a:solidFill>
                  <a:srgbClr val="CCCCCC"/>
                </a:solidFill>
                <a:effectLst/>
                <a:latin typeface="Segoe WPC"/>
              </a:rPr>
              <a:t>cross-platform </a:t>
            </a:r>
            <a:r>
              <a:rPr lang="bg-BG" sz="1800" b="0" i="0" dirty="0">
                <a:solidFill>
                  <a:srgbClr val="CCCCCC"/>
                </a:solidFill>
                <a:effectLst/>
                <a:latin typeface="Segoe WPC"/>
              </a:rPr>
              <a:t>възможности.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CCCCCC"/>
                </a:solidFill>
                <a:effectLst/>
                <a:latin typeface="Segoe WPC"/>
              </a:rPr>
              <a:t>Entity Framework Core:</a:t>
            </a:r>
            <a:r>
              <a:rPr lang="en-US" sz="1800" b="0" i="0" dirty="0">
                <a:solidFill>
                  <a:srgbClr val="CCCCCC"/>
                </a:solidFill>
                <a:effectLst/>
                <a:latin typeface="Segoe WPC"/>
              </a:rPr>
              <a:t> ORM </a:t>
            </a:r>
            <a:r>
              <a:rPr lang="bg-BG" sz="1800" b="0" i="0" dirty="0">
                <a:solidFill>
                  <a:srgbClr val="CCCCCC"/>
                </a:solidFill>
                <a:effectLst/>
                <a:latin typeface="Segoe WPC"/>
              </a:rPr>
              <a:t>за лесна и сигурна работа с базата данни.</a:t>
            </a:r>
          </a:p>
          <a:p>
            <a:pPr algn="l"/>
            <a:r>
              <a:rPr lang="en-US" sz="1800" b="1" i="0" dirty="0">
                <a:solidFill>
                  <a:srgbClr val="CCCCCC"/>
                </a:solidFill>
                <a:effectLst/>
                <a:latin typeface="Segoe WPC"/>
              </a:rPr>
              <a:t>Database:</a:t>
            </a:r>
            <a:endParaRPr lang="en-US" sz="1800" b="0" i="0" dirty="0">
              <a:solidFill>
                <a:srgbClr val="CCCCCC"/>
              </a:solidFill>
              <a:effectLst/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CCCCCC"/>
                </a:solidFill>
                <a:effectLst/>
                <a:latin typeface="Segoe WPC"/>
              </a:rPr>
              <a:t>MySQL 8.0:</a:t>
            </a:r>
            <a:r>
              <a:rPr lang="en-US" sz="1800" b="0" i="0" dirty="0">
                <a:solidFill>
                  <a:srgbClr val="CCCCCC"/>
                </a:solidFill>
                <a:effectLst/>
                <a:latin typeface="Segoe WPC"/>
              </a:rPr>
              <a:t> </a:t>
            </a:r>
            <a:r>
              <a:rPr lang="bg-BG" sz="1800" b="0" i="0" dirty="0">
                <a:solidFill>
                  <a:srgbClr val="CCCCCC"/>
                </a:solidFill>
                <a:effectLst/>
                <a:latin typeface="Segoe WPC"/>
              </a:rPr>
              <a:t>Надеждна и скалируема релационна база данни за съхранение на потребители, молби и транзакции.</a:t>
            </a:r>
          </a:p>
        </p:txBody>
      </p:sp>
      <p:sp>
        <p:nvSpPr>
          <p:cNvPr id="4" name="Контейнер за номер на слайд 3">
            <a:extLst>
              <a:ext uri="{FF2B5EF4-FFF2-40B4-BE49-F238E27FC236}">
                <a16:creationId xmlns:a16="http://schemas.microsoft.com/office/drawing/2014/main" id="{494C7D40-6709-40D4-B0FB-9D6311AF4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smtClean="0"/>
              <a:pPr rtl="0"/>
              <a:t>2</a:t>
            </a:fld>
            <a:endParaRPr lang="bg-BG" dirty="0"/>
          </a:p>
        </p:txBody>
      </p:sp>
      <p:sp>
        <p:nvSpPr>
          <p:cNvPr id="3" name="Контейнер за долен колонтитул 2">
            <a:extLst>
              <a:ext uri="{FF2B5EF4-FFF2-40B4-BE49-F238E27FC236}">
                <a16:creationId xmlns:a16="http://schemas.microsoft.com/office/drawing/2014/main" id="{101DB817-586B-493A-922D-54010C888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1373734" cy="298800"/>
          </a:xfrm>
        </p:spPr>
        <p:txBody>
          <a:bodyPr rtlCol="0"/>
          <a:lstStyle/>
          <a:p>
            <a:pPr rtl="0"/>
            <a:r>
              <a:rPr lang="bg-BG" dirty="0"/>
              <a:t>ДОБАВИ ДОЛЕН КОЛОНТИТУЛ</a:t>
            </a:r>
          </a:p>
        </p:txBody>
      </p:sp>
      <p:sp>
        <p:nvSpPr>
          <p:cNvPr id="2" name="Контейнер за дата 1">
            <a:extLst>
              <a:ext uri="{FF2B5EF4-FFF2-40B4-BE49-F238E27FC236}">
                <a16:creationId xmlns:a16="http://schemas.microsoft.com/office/drawing/2014/main" id="{A96AB769-C08B-4A71-BEE7-D771D2743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dirty="0"/>
              <a:t>ДД.ММ.20XX</a:t>
            </a:r>
          </a:p>
        </p:txBody>
      </p:sp>
    </p:spTree>
    <p:extLst>
      <p:ext uri="{BB962C8B-B14F-4D97-AF65-F5344CB8AC3E}">
        <p14:creationId xmlns:p14="http://schemas.microsoft.com/office/powerpoint/2010/main" val="764296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B0406C22-D0C4-4D8E-86F7-1A902F1CA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algn="l"/>
            <a:r>
              <a:rPr lang="en-US" b="1" i="0" dirty="0">
                <a:solidFill>
                  <a:srgbClr val="CCCCCC"/>
                </a:solidFill>
                <a:effectLst/>
                <a:latin typeface="Segoe WPC"/>
              </a:rPr>
              <a:t>Backend </a:t>
            </a:r>
            <a:r>
              <a:rPr lang="bg-BG" b="1" i="0" dirty="0">
                <a:solidFill>
                  <a:srgbClr val="CCCCCC"/>
                </a:solidFill>
                <a:effectLst/>
                <a:latin typeface="Segoe WPC"/>
              </a:rPr>
              <a:t>Архитектура (.</a:t>
            </a:r>
            <a:r>
              <a:rPr lang="en-US" b="1" i="0" dirty="0">
                <a:solidFill>
                  <a:srgbClr val="CCCCCC"/>
                </a:solidFill>
                <a:effectLst/>
                <a:latin typeface="Segoe WPC"/>
              </a:rPr>
              <a:t>NET)</a:t>
            </a:r>
          </a:p>
        </p:txBody>
      </p:sp>
      <p:sp>
        <p:nvSpPr>
          <p:cNvPr id="7" name="Контейнер за текст 6">
            <a:extLst>
              <a:ext uri="{FF2B5EF4-FFF2-40B4-BE49-F238E27FC236}">
                <a16:creationId xmlns:a16="http://schemas.microsoft.com/office/drawing/2014/main" id="{1EBE5B37-5B62-411B-BD45-E04DD958A3F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815719" y="3273778"/>
            <a:ext cx="5697969" cy="2604942"/>
          </a:xfrm>
        </p:spPr>
        <p:txBody>
          <a:bodyPr rtlCol="0">
            <a:normAutofit/>
          </a:bodyPr>
          <a:lstStyle/>
          <a:p>
            <a:pPr algn="l"/>
            <a:r>
              <a:rPr lang="bg-BG" b="1" i="0" dirty="0">
                <a:solidFill>
                  <a:srgbClr val="CCCCCC"/>
                </a:solidFill>
                <a:effectLst/>
                <a:latin typeface="Segoe WPC"/>
              </a:rPr>
              <a:t>Организация на кода (</a:t>
            </a:r>
            <a:r>
              <a:rPr lang="en-US" b="1" i="0" dirty="0">
                <a:solidFill>
                  <a:srgbClr val="CCCCCC"/>
                </a:solidFill>
                <a:effectLst/>
                <a:latin typeface="Segoe WPC"/>
              </a:rPr>
              <a:t>N-Layer Architecture):</a:t>
            </a:r>
            <a:endParaRPr lang="en-US" b="0" i="0" dirty="0">
              <a:solidFill>
                <a:srgbClr val="CCCCCC"/>
              </a:solidFill>
              <a:effectLst/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CCCCCC"/>
                </a:solidFill>
                <a:effectLst/>
                <a:latin typeface="Segoe WPC"/>
              </a:rPr>
              <a:t>Controllers:</a:t>
            </a:r>
            <a:r>
              <a:rPr lang="en-US" b="0" i="0" dirty="0">
                <a:solidFill>
                  <a:srgbClr val="CCCCCC"/>
                </a:solidFill>
                <a:effectLst/>
                <a:latin typeface="Segoe WPC"/>
              </a:rPr>
              <a:t> </a:t>
            </a:r>
            <a:r>
              <a:rPr lang="bg-BG" b="0" i="0" dirty="0">
                <a:solidFill>
                  <a:srgbClr val="CCCCCC"/>
                </a:solidFill>
                <a:effectLst/>
                <a:latin typeface="Segoe WPC"/>
              </a:rPr>
              <a:t>Входни точки на </a:t>
            </a:r>
            <a:r>
              <a:rPr lang="en-US" b="0" i="0" dirty="0">
                <a:solidFill>
                  <a:srgbClr val="CCCCCC"/>
                </a:solidFill>
                <a:effectLst/>
                <a:latin typeface="Segoe WPC"/>
              </a:rPr>
              <a:t>REST API-</a:t>
            </a:r>
            <a:r>
              <a:rPr lang="bg-BG" b="0" i="0" dirty="0">
                <a:solidFill>
                  <a:srgbClr val="CCCCCC"/>
                </a:solidFill>
                <a:effectLst/>
                <a:latin typeface="Segoe WPC"/>
              </a:rPr>
              <a:t>то (</a:t>
            </a:r>
            <a:r>
              <a:rPr lang="en-US" b="0" i="0" dirty="0">
                <a:solidFill>
                  <a:srgbClr val="CCCCCC"/>
                </a:solidFill>
                <a:effectLst/>
                <a:latin typeface="Segoe WPC"/>
              </a:rPr>
              <a:t>Endpoint-</a:t>
            </a:r>
            <a:r>
              <a:rPr lang="bg-BG" b="0" i="0" dirty="0">
                <a:solidFill>
                  <a:srgbClr val="CCCCCC"/>
                </a:solidFill>
                <a:effectLst/>
                <a:latin typeface="Segoe WPC"/>
              </a:rPr>
              <a:t>и). Приемат </a:t>
            </a:r>
            <a:r>
              <a:rPr lang="en-US" b="0" i="0" dirty="0">
                <a:solidFill>
                  <a:srgbClr val="CCCCCC"/>
                </a:solidFill>
                <a:effectLst/>
                <a:latin typeface="Segoe WPC"/>
              </a:rPr>
              <a:t>HTTP </a:t>
            </a:r>
            <a:r>
              <a:rPr lang="bg-BG" b="0" i="0" dirty="0">
                <a:solidFill>
                  <a:srgbClr val="CCCCCC"/>
                </a:solidFill>
                <a:effectLst/>
                <a:latin typeface="Segoe WPC"/>
              </a:rPr>
              <a:t>заявки и връщат </a:t>
            </a:r>
            <a:r>
              <a:rPr lang="en-US" b="0" i="0" dirty="0">
                <a:solidFill>
                  <a:srgbClr val="CCCCCC"/>
                </a:solidFill>
                <a:effectLst/>
                <a:latin typeface="Segoe WPC"/>
              </a:rPr>
              <a:t>HTTP </a:t>
            </a:r>
            <a:r>
              <a:rPr lang="bg-BG" b="0" i="0" dirty="0">
                <a:solidFill>
                  <a:srgbClr val="CCCCCC"/>
                </a:solidFill>
                <a:effectLst/>
                <a:latin typeface="Segoe WPC"/>
              </a:rPr>
              <a:t>отговори.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CCCCCC"/>
                </a:solidFill>
                <a:effectLst/>
                <a:latin typeface="Segoe WPC"/>
              </a:rPr>
              <a:t>Services:</a:t>
            </a:r>
            <a:r>
              <a:rPr lang="en-US" b="0" i="0" dirty="0">
                <a:solidFill>
                  <a:srgbClr val="CCCCCC"/>
                </a:solidFill>
                <a:effectLst/>
                <a:latin typeface="Segoe WPC"/>
              </a:rPr>
              <a:t> </a:t>
            </a:r>
            <a:r>
              <a:rPr lang="bg-BG" b="0" i="0" dirty="0">
                <a:solidFill>
                  <a:srgbClr val="CCCCCC"/>
                </a:solidFill>
                <a:effectLst/>
                <a:latin typeface="Segoe WPC"/>
              </a:rPr>
              <a:t>Бизнес логика. Тук се случват валидациите и обработката на данните (напр. алгоритъм за намиране на най-близките молби).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CCCCCC"/>
                </a:solidFill>
                <a:effectLst/>
                <a:latin typeface="Segoe WPC"/>
              </a:rPr>
              <a:t>Repositories:</a:t>
            </a:r>
            <a:r>
              <a:rPr lang="en-US" b="0" i="0" dirty="0">
                <a:solidFill>
                  <a:srgbClr val="CCCCCC"/>
                </a:solidFill>
                <a:effectLst/>
                <a:latin typeface="Segoe WPC"/>
              </a:rPr>
              <a:t> </a:t>
            </a:r>
            <a:r>
              <a:rPr lang="bg-BG" b="0" i="0" dirty="0">
                <a:solidFill>
                  <a:srgbClr val="CCCCCC"/>
                </a:solidFill>
                <a:effectLst/>
                <a:latin typeface="Segoe WPC"/>
              </a:rPr>
              <a:t>Абстракция над базата данни. Използват </a:t>
            </a:r>
            <a:r>
              <a:rPr lang="en-US" b="0" i="0" dirty="0">
                <a:solidFill>
                  <a:srgbClr val="CCCCCC"/>
                </a:solidFill>
                <a:effectLst/>
                <a:latin typeface="Segoe WPC"/>
              </a:rPr>
              <a:t>EF Core </a:t>
            </a:r>
            <a:r>
              <a:rPr lang="bg-BG" b="0" i="0" dirty="0">
                <a:solidFill>
                  <a:srgbClr val="CCCCCC"/>
                </a:solidFill>
                <a:effectLst/>
                <a:latin typeface="Segoe WPC"/>
              </a:rPr>
              <a:t>за </a:t>
            </a:r>
            <a:r>
              <a:rPr lang="en-US" b="0" i="0" dirty="0">
                <a:solidFill>
                  <a:srgbClr val="CCCCCC"/>
                </a:solidFill>
                <a:effectLst/>
                <a:latin typeface="Segoe WPC"/>
              </a:rPr>
              <a:t>CRUD </a:t>
            </a:r>
            <a:r>
              <a:rPr lang="bg-BG" b="0" i="0" dirty="0">
                <a:solidFill>
                  <a:srgbClr val="CCCCCC"/>
                </a:solidFill>
                <a:effectLst/>
                <a:latin typeface="Segoe WPC"/>
              </a:rPr>
              <a:t>операции.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CCCCCC"/>
                </a:solidFill>
                <a:effectLst/>
                <a:latin typeface="Segoe WPC"/>
              </a:rPr>
              <a:t>DTOs (Data Transfer Objects):</a:t>
            </a:r>
            <a:r>
              <a:rPr lang="en-US" b="0" i="0" dirty="0">
                <a:solidFill>
                  <a:srgbClr val="CCCCCC"/>
                </a:solidFill>
                <a:effectLst/>
                <a:latin typeface="Segoe WPC"/>
              </a:rPr>
              <a:t> </a:t>
            </a:r>
            <a:r>
              <a:rPr lang="bg-BG" b="0" i="0" dirty="0">
                <a:solidFill>
                  <a:srgbClr val="CCCCCC"/>
                </a:solidFill>
                <a:effectLst/>
                <a:latin typeface="Segoe WPC"/>
              </a:rPr>
              <a:t>Обекти за трансфер на данни м/у клиента и сървъра, скриващи вътрешната структура на базата.</a:t>
            </a:r>
          </a:p>
        </p:txBody>
      </p:sp>
      <p:pic>
        <p:nvPicPr>
          <p:cNvPr id="18" name="Контейнер за картина 17">
            <a:extLst>
              <a:ext uri="{FF2B5EF4-FFF2-40B4-BE49-F238E27FC236}">
                <a16:creationId xmlns:a16="http://schemas.microsoft.com/office/drawing/2014/main" id="{FA9DAA9F-5926-4BC1-8F7B-06E0B1C2F01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/>
          <a:stretch/>
        </p:blipFill>
        <p:spPr>
          <a:xfrm>
            <a:off x="6774400" y="266431"/>
            <a:ext cx="5245444" cy="4710194"/>
          </a:xfrm>
        </p:spPr>
      </p:pic>
      <p:sp>
        <p:nvSpPr>
          <p:cNvPr id="5" name="Контейнер за номер на слайд 4">
            <a:extLst>
              <a:ext uri="{FF2B5EF4-FFF2-40B4-BE49-F238E27FC236}">
                <a16:creationId xmlns:a16="http://schemas.microsoft.com/office/drawing/2014/main" id="{1C5328BF-D489-4F39-BA27-5AD38E911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smtClean="0"/>
              <a:pPr rtl="0"/>
              <a:t>3</a:t>
            </a:fld>
            <a:endParaRPr lang="bg-BG" dirty="0"/>
          </a:p>
        </p:txBody>
      </p:sp>
      <p:sp>
        <p:nvSpPr>
          <p:cNvPr id="3" name="Контейнер за дата 2">
            <a:extLst>
              <a:ext uri="{FF2B5EF4-FFF2-40B4-BE49-F238E27FC236}">
                <a16:creationId xmlns:a16="http://schemas.microsoft.com/office/drawing/2014/main" id="{41F813B4-2C3F-45B0-A38D-A3FE79E6D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dirty="0"/>
              <a:t>ДД.ММ.20XX</a:t>
            </a:r>
          </a:p>
        </p:txBody>
      </p:sp>
    </p:spTree>
    <p:extLst>
      <p:ext uri="{BB962C8B-B14F-4D97-AF65-F5344CB8AC3E}">
        <p14:creationId xmlns:p14="http://schemas.microsoft.com/office/powerpoint/2010/main" val="2149445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Контейнер за картина 19">
            <a:extLst>
              <a:ext uri="{FF2B5EF4-FFF2-40B4-BE49-F238E27FC236}">
                <a16:creationId xmlns:a16="http://schemas.microsoft.com/office/drawing/2014/main" id="{3330B498-1497-4DA8-99F4-8F8159B24FF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/>
          <a:stretch/>
        </p:blipFill>
        <p:spPr>
          <a:xfrm>
            <a:off x="468685" y="1894456"/>
            <a:ext cx="5785359" cy="3044925"/>
          </a:xfrm>
        </p:spPr>
      </p:pic>
      <p:sp>
        <p:nvSpPr>
          <p:cNvPr id="5" name="Заглавие 4">
            <a:extLst>
              <a:ext uri="{FF2B5EF4-FFF2-40B4-BE49-F238E27FC236}">
                <a16:creationId xmlns:a16="http://schemas.microsoft.com/office/drawing/2014/main" id="{FF93F71D-1663-42FA-A91E-FA23F03F0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algn="l"/>
            <a:r>
              <a:rPr lang="ru-RU" b="1" i="0" dirty="0">
                <a:solidFill>
                  <a:srgbClr val="CCCCCC"/>
                </a:solidFill>
                <a:effectLst/>
                <a:latin typeface="Segoe WPC"/>
              </a:rPr>
              <a:t>Поток на </a:t>
            </a:r>
            <a:r>
              <a:rPr lang="ru-RU" b="1" i="0" dirty="0" err="1">
                <a:solidFill>
                  <a:srgbClr val="CCCCCC"/>
                </a:solidFill>
                <a:effectLst/>
                <a:latin typeface="Segoe WPC"/>
              </a:rPr>
              <a:t>Данните</a:t>
            </a:r>
            <a:r>
              <a:rPr lang="ru-RU" b="1" i="0" dirty="0">
                <a:solidFill>
                  <a:srgbClr val="CCCCCC"/>
                </a:solidFill>
                <a:effectLst/>
                <a:latin typeface="Segoe WPC"/>
              </a:rPr>
              <a:t> (Data </a:t>
            </a:r>
            <a:r>
              <a:rPr lang="ru-RU" b="1" i="0" dirty="0" err="1">
                <a:solidFill>
                  <a:srgbClr val="CCCCCC"/>
                </a:solidFill>
                <a:effectLst/>
                <a:latin typeface="Segoe WPC"/>
              </a:rPr>
              <a:t>Flow</a:t>
            </a:r>
            <a:r>
              <a:rPr lang="ru-RU" b="1" i="0" dirty="0">
                <a:solidFill>
                  <a:srgbClr val="CCCCCC"/>
                </a:solidFill>
                <a:effectLst/>
                <a:latin typeface="Segoe WPC"/>
              </a:rPr>
              <a:t>)</a:t>
            </a:r>
          </a:p>
        </p:txBody>
      </p:sp>
      <p:sp>
        <p:nvSpPr>
          <p:cNvPr id="8" name="Контейнер за текст 7">
            <a:extLst>
              <a:ext uri="{FF2B5EF4-FFF2-40B4-BE49-F238E27FC236}">
                <a16:creationId xmlns:a16="http://schemas.microsoft.com/office/drawing/2014/main" id="{1C19D996-1EAD-4EC5-92CC-5A60F9A9E91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894591" y="2190044"/>
            <a:ext cx="4482996" cy="3688675"/>
          </a:xfrm>
        </p:spPr>
        <p:txBody>
          <a:bodyPr rtlCol="0"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bg-BG" sz="1600" b="1" i="0" dirty="0">
                <a:solidFill>
                  <a:srgbClr val="CCCCCC"/>
                </a:solidFill>
                <a:effectLst/>
                <a:latin typeface="Segoe WPC"/>
              </a:rPr>
              <a:t>Сценарий: Потребител публикува молба за помощ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bg-BG" sz="1600" b="1" i="0" dirty="0">
              <a:solidFill>
                <a:srgbClr val="CCCCCC"/>
              </a:solidFill>
              <a:effectLst/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CCCCCC"/>
                </a:solidFill>
                <a:effectLst/>
                <a:latin typeface="Segoe WPC"/>
              </a:rPr>
              <a:t>Client: </a:t>
            </a:r>
            <a:r>
              <a:rPr lang="bg-BG" sz="1600" b="1" i="0" dirty="0">
                <a:solidFill>
                  <a:srgbClr val="CCCCCC"/>
                </a:solidFill>
                <a:effectLst/>
                <a:latin typeface="Segoe WPC"/>
              </a:rPr>
              <a:t>Формата изпраща </a:t>
            </a:r>
            <a:r>
              <a:rPr lang="en-US" sz="1600" b="1" i="0" dirty="0">
                <a:solidFill>
                  <a:srgbClr val="CCCCCC"/>
                </a:solidFill>
                <a:effectLst/>
                <a:latin typeface="Segoe WPC"/>
              </a:rPr>
              <a:t>POST /</a:t>
            </a:r>
            <a:r>
              <a:rPr lang="en-US" sz="1600" b="1" i="0" dirty="0" err="1">
                <a:solidFill>
                  <a:srgbClr val="CCCCCC"/>
                </a:solidFill>
                <a:effectLst/>
                <a:latin typeface="Segoe WPC"/>
              </a:rPr>
              <a:t>api</a:t>
            </a:r>
            <a:r>
              <a:rPr lang="en-US" sz="1600" b="1" i="0" dirty="0">
                <a:solidFill>
                  <a:srgbClr val="CCCCCC"/>
                </a:solidFill>
                <a:effectLst/>
                <a:latin typeface="Segoe WPC"/>
              </a:rPr>
              <a:t>/requests </a:t>
            </a:r>
            <a:r>
              <a:rPr lang="bg-BG" sz="1600" b="1" i="0" dirty="0">
                <a:solidFill>
                  <a:srgbClr val="CCCCCC"/>
                </a:solidFill>
                <a:effectLst/>
                <a:latin typeface="Segoe WPC"/>
              </a:rPr>
              <a:t>с </a:t>
            </a:r>
            <a:r>
              <a:rPr lang="en-US" sz="1600" b="1" i="0" dirty="0">
                <a:solidFill>
                  <a:srgbClr val="CCCCCC"/>
                </a:solidFill>
                <a:effectLst/>
                <a:latin typeface="Segoe WPC"/>
              </a:rPr>
              <a:t>JSON </a:t>
            </a:r>
            <a:r>
              <a:rPr lang="bg-BG" sz="1600" b="1" i="0" dirty="0">
                <a:solidFill>
                  <a:srgbClr val="CCCCCC"/>
                </a:solidFill>
                <a:effectLst/>
                <a:latin typeface="Segoe WPC"/>
              </a:rPr>
              <a:t>данни към .</a:t>
            </a:r>
            <a:r>
              <a:rPr lang="en-US" sz="1600" b="1" i="0" dirty="0">
                <a:solidFill>
                  <a:srgbClr val="CCCCCC"/>
                </a:solidFill>
                <a:effectLst/>
                <a:latin typeface="Segoe WPC"/>
              </a:rPr>
              <a:t>NET </a:t>
            </a:r>
            <a:r>
              <a:rPr lang="bg-BG" sz="1600" b="1" i="0" dirty="0">
                <a:solidFill>
                  <a:srgbClr val="CCCCCC"/>
                </a:solidFill>
                <a:effectLst/>
                <a:latin typeface="Segoe WPC"/>
              </a:rPr>
              <a:t>сървъра.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CCCCCC"/>
                </a:solidFill>
                <a:effectLst/>
                <a:latin typeface="Segoe WPC"/>
              </a:rPr>
              <a:t>API Controller: </a:t>
            </a:r>
            <a:r>
              <a:rPr lang="bg-BG" sz="1600" b="1" i="0" dirty="0">
                <a:solidFill>
                  <a:srgbClr val="CCCCCC"/>
                </a:solidFill>
                <a:effectLst/>
                <a:latin typeface="Segoe WPC"/>
              </a:rPr>
              <a:t>Валидира </a:t>
            </a:r>
            <a:r>
              <a:rPr lang="en-US" sz="1600" b="1" i="0" dirty="0">
                <a:solidFill>
                  <a:srgbClr val="CCCCCC"/>
                </a:solidFill>
                <a:effectLst/>
                <a:latin typeface="Segoe WPC"/>
              </a:rPr>
              <a:t>Token-</a:t>
            </a:r>
            <a:r>
              <a:rPr lang="bg-BG" sz="1600" b="1" i="0" dirty="0">
                <a:solidFill>
                  <a:srgbClr val="CCCCCC"/>
                </a:solidFill>
                <a:effectLst/>
                <a:latin typeface="Segoe WPC"/>
              </a:rPr>
              <a:t>а (</a:t>
            </a:r>
            <a:r>
              <a:rPr lang="en-US" sz="1600" b="1" i="0" dirty="0">
                <a:solidFill>
                  <a:srgbClr val="CCCCCC"/>
                </a:solidFill>
                <a:effectLst/>
                <a:latin typeface="Segoe WPC"/>
              </a:rPr>
              <a:t>Authentication).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CCCCCC"/>
                </a:solidFill>
                <a:effectLst/>
                <a:latin typeface="Segoe WPC"/>
              </a:rPr>
              <a:t>Service Layer: </a:t>
            </a:r>
            <a:r>
              <a:rPr lang="bg-BG" sz="1600" b="1" i="0" dirty="0">
                <a:solidFill>
                  <a:srgbClr val="CCCCCC"/>
                </a:solidFill>
                <a:effectLst/>
                <a:latin typeface="Segoe WPC"/>
              </a:rPr>
              <a:t>Обработва данните и изчислява гео-координати.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CCCCCC"/>
                </a:solidFill>
                <a:effectLst/>
                <a:latin typeface="Segoe WPC"/>
              </a:rPr>
              <a:t>Repository: </a:t>
            </a:r>
            <a:r>
              <a:rPr lang="bg-BG" sz="1600" b="1" i="0" dirty="0">
                <a:solidFill>
                  <a:srgbClr val="CCCCCC"/>
                </a:solidFill>
                <a:effectLst/>
                <a:latin typeface="Segoe WPC"/>
              </a:rPr>
              <a:t>Записва новата молба в </a:t>
            </a:r>
            <a:r>
              <a:rPr lang="en-US" sz="1600" b="1" i="0" dirty="0">
                <a:solidFill>
                  <a:srgbClr val="CCCCCC"/>
                </a:solidFill>
                <a:effectLst/>
                <a:latin typeface="Segoe WPC"/>
              </a:rPr>
              <a:t>MySQL </a:t>
            </a:r>
            <a:r>
              <a:rPr lang="bg-BG" sz="1600" b="1" i="0" dirty="0">
                <a:solidFill>
                  <a:srgbClr val="CCCCCC"/>
                </a:solidFill>
                <a:effectLst/>
                <a:latin typeface="Segoe WPC"/>
              </a:rPr>
              <a:t>таблица </a:t>
            </a:r>
            <a:r>
              <a:rPr lang="en-US" sz="1600" b="1" i="0" dirty="0">
                <a:solidFill>
                  <a:srgbClr val="CCCCCC"/>
                </a:solidFill>
                <a:effectLst/>
                <a:latin typeface="Segoe WPC"/>
              </a:rPr>
              <a:t>Requests </a:t>
            </a:r>
            <a:r>
              <a:rPr lang="bg-BG" sz="1600" b="1" i="0" dirty="0">
                <a:solidFill>
                  <a:srgbClr val="CCCCCC"/>
                </a:solidFill>
                <a:effectLst/>
                <a:latin typeface="Segoe WPC"/>
              </a:rPr>
              <a:t>чрез </a:t>
            </a:r>
            <a:r>
              <a:rPr lang="en-US" sz="1600" b="1" i="0" dirty="0">
                <a:solidFill>
                  <a:srgbClr val="CCCCCC"/>
                </a:solidFill>
                <a:effectLst/>
                <a:latin typeface="Segoe WPC"/>
              </a:rPr>
              <a:t>EF Core.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CCCCCC"/>
                </a:solidFill>
                <a:effectLst/>
                <a:latin typeface="Segoe WPC"/>
              </a:rPr>
              <a:t>MySQL: </a:t>
            </a:r>
            <a:r>
              <a:rPr lang="bg-BG" sz="1600" b="1" i="0" dirty="0">
                <a:solidFill>
                  <a:srgbClr val="CCCCCC"/>
                </a:solidFill>
                <a:effectLst/>
                <a:latin typeface="Segoe WPC"/>
              </a:rPr>
              <a:t>Потвърждава транзакцията и генерира </a:t>
            </a:r>
            <a:r>
              <a:rPr lang="en-US" sz="1600" b="1" i="0" dirty="0">
                <a:solidFill>
                  <a:srgbClr val="CCCCCC"/>
                </a:solidFill>
                <a:effectLst/>
                <a:latin typeface="Segoe WPC"/>
              </a:rPr>
              <a:t>ID.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CCCCCC"/>
                </a:solidFill>
                <a:effectLst/>
                <a:latin typeface="Segoe WPC"/>
              </a:rPr>
              <a:t>Response: </a:t>
            </a:r>
            <a:r>
              <a:rPr lang="bg-BG" sz="1600" b="1" i="0" dirty="0">
                <a:solidFill>
                  <a:srgbClr val="CCCCCC"/>
                </a:solidFill>
                <a:effectLst/>
                <a:latin typeface="Segoe WPC"/>
              </a:rPr>
              <a:t>Сървърът връща 201 </a:t>
            </a:r>
            <a:r>
              <a:rPr lang="en-US" sz="1600" b="1" i="0" dirty="0">
                <a:solidFill>
                  <a:srgbClr val="CCCCCC"/>
                </a:solidFill>
                <a:effectLst/>
                <a:latin typeface="Segoe WPC"/>
              </a:rPr>
              <a:t>Created </a:t>
            </a:r>
            <a:r>
              <a:rPr lang="bg-BG" sz="1600" b="1" i="0" dirty="0">
                <a:solidFill>
                  <a:srgbClr val="CCCCCC"/>
                </a:solidFill>
                <a:effectLst/>
                <a:latin typeface="Segoe WPC"/>
              </a:rPr>
              <a:t>с новото </a:t>
            </a:r>
            <a:r>
              <a:rPr lang="en-US" sz="1600" b="1" i="0" dirty="0">
                <a:solidFill>
                  <a:srgbClr val="CCCCCC"/>
                </a:solidFill>
                <a:effectLst/>
                <a:latin typeface="Segoe WPC"/>
              </a:rPr>
              <a:t>ID </a:t>
            </a:r>
            <a:r>
              <a:rPr lang="bg-BG" sz="1600" b="1" i="0" dirty="0">
                <a:solidFill>
                  <a:srgbClr val="CCCCCC"/>
                </a:solidFill>
                <a:effectLst/>
                <a:latin typeface="Segoe WPC"/>
              </a:rPr>
              <a:t>на клиента.</a:t>
            </a:r>
            <a:endParaRPr lang="bg-BG" sz="1600" b="0" i="0" dirty="0">
              <a:solidFill>
                <a:srgbClr val="CCCCCC"/>
              </a:solidFill>
              <a:effectLst/>
              <a:latin typeface="Segoe WPC"/>
            </a:endParaRPr>
          </a:p>
        </p:txBody>
      </p:sp>
      <p:sp>
        <p:nvSpPr>
          <p:cNvPr id="4" name="Контейнер за номер на слайд 3">
            <a:extLst>
              <a:ext uri="{FF2B5EF4-FFF2-40B4-BE49-F238E27FC236}">
                <a16:creationId xmlns:a16="http://schemas.microsoft.com/office/drawing/2014/main" id="{494C7D40-6709-40D4-B0FB-9D6311AF4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smtClean="0"/>
              <a:pPr rtl="0"/>
              <a:t>4</a:t>
            </a:fld>
            <a:endParaRPr lang="bg-BG" dirty="0"/>
          </a:p>
        </p:txBody>
      </p:sp>
      <p:sp>
        <p:nvSpPr>
          <p:cNvPr id="3" name="Контейнер за долен колонтитул 2">
            <a:extLst>
              <a:ext uri="{FF2B5EF4-FFF2-40B4-BE49-F238E27FC236}">
                <a16:creationId xmlns:a16="http://schemas.microsoft.com/office/drawing/2014/main" id="{101DB817-586B-493A-922D-54010C888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1373734" cy="298800"/>
          </a:xfrm>
        </p:spPr>
        <p:txBody>
          <a:bodyPr rtlCol="0"/>
          <a:lstStyle/>
          <a:p>
            <a:pPr rtl="0"/>
            <a:r>
              <a:rPr lang="bg-BG" dirty="0"/>
              <a:t>ДОБАВИ ДОЛЕН КОЛОНТИТУЛ</a:t>
            </a:r>
          </a:p>
        </p:txBody>
      </p:sp>
      <p:sp>
        <p:nvSpPr>
          <p:cNvPr id="2" name="Контейнер за дата 1">
            <a:extLst>
              <a:ext uri="{FF2B5EF4-FFF2-40B4-BE49-F238E27FC236}">
                <a16:creationId xmlns:a16="http://schemas.microsoft.com/office/drawing/2014/main" id="{A96AB769-C08B-4A71-BEE7-D771D2743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dirty="0"/>
              <a:t>ДД.ММ.20XX</a:t>
            </a:r>
          </a:p>
        </p:txBody>
      </p:sp>
    </p:spTree>
    <p:extLst>
      <p:ext uri="{BB962C8B-B14F-4D97-AF65-F5344CB8AC3E}">
        <p14:creationId xmlns:p14="http://schemas.microsoft.com/office/powerpoint/2010/main" val="3488638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Заглавие 66">
            <a:extLst>
              <a:ext uri="{FF2B5EF4-FFF2-40B4-BE49-F238E27FC236}">
                <a16:creationId xmlns:a16="http://schemas.microsoft.com/office/drawing/2014/main" id="{E72CC338-4598-4AF3-B140-D7F632D20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algn="l"/>
            <a:r>
              <a:rPr lang="ru-RU" b="1" i="0" dirty="0">
                <a:solidFill>
                  <a:srgbClr val="CCCCCC"/>
                </a:solidFill>
                <a:effectLst/>
                <a:latin typeface="Segoe WPC"/>
              </a:rPr>
              <a:t>Дизайн на </a:t>
            </a:r>
            <a:r>
              <a:rPr lang="ru-RU" b="1" i="0" dirty="0" err="1">
                <a:solidFill>
                  <a:srgbClr val="CCCCCC"/>
                </a:solidFill>
                <a:effectLst/>
                <a:latin typeface="Segoe WPC"/>
              </a:rPr>
              <a:t>Базата</a:t>
            </a:r>
            <a:r>
              <a:rPr lang="ru-RU" b="1" i="0" dirty="0">
                <a:solidFill>
                  <a:srgbClr val="CCCCCC"/>
                </a:solidFill>
                <a:effectLst/>
                <a:latin typeface="Segoe WPC"/>
              </a:rPr>
              <a:t> Данни (MySQL)</a:t>
            </a:r>
          </a:p>
        </p:txBody>
      </p:sp>
      <p:sp>
        <p:nvSpPr>
          <p:cNvPr id="10" name="Контейнер за текст 9">
            <a:extLst>
              <a:ext uri="{FF2B5EF4-FFF2-40B4-BE49-F238E27FC236}">
                <a16:creationId xmlns:a16="http://schemas.microsoft.com/office/drawing/2014/main" id="{D87FAD12-8FEF-41B8-B478-8793FF9B485B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 rtlCol="0"/>
          <a:lstStyle/>
          <a:p>
            <a:pPr rtl="0"/>
            <a:r>
              <a:rPr lang="en-US" dirty="0"/>
              <a:t>Requests</a:t>
            </a:r>
            <a:endParaRPr lang="bg-BG" dirty="0"/>
          </a:p>
        </p:txBody>
      </p:sp>
      <p:pic>
        <p:nvPicPr>
          <p:cNvPr id="7" name="Контейнер за картина 6" descr="Икона на глобус">
            <a:extLst>
              <a:ext uri="{FF2B5EF4-FFF2-40B4-BE49-F238E27FC236}">
                <a16:creationId xmlns:a16="http://schemas.microsoft.com/office/drawing/2014/main" id="{610C6214-BE35-4ED8-9EE7-7252A603958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446" r="1446"/>
          <a:stretch>
            <a:fillRect/>
          </a:stretch>
        </p:blipFill>
        <p:spPr/>
      </p:pic>
      <p:sp>
        <p:nvSpPr>
          <p:cNvPr id="8" name="Контейнер за текст 7">
            <a:extLst>
              <a:ext uri="{FF2B5EF4-FFF2-40B4-BE49-F238E27FC236}">
                <a16:creationId xmlns:a16="http://schemas.microsoft.com/office/drawing/2014/main" id="{C8E5EEAD-1427-4576-B8F8-C485CAE758A4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 rtlCol="0">
            <a:normAutofit fontScale="92500" lnSpcReduction="10000"/>
          </a:bodyPr>
          <a:lstStyle/>
          <a:p>
            <a:pPr rtl="0"/>
            <a:r>
              <a:rPr lang="en-US" dirty="0">
                <a:solidFill>
                  <a:schemeClr val="bg2"/>
                </a:solidFill>
              </a:rPr>
              <a:t>Id, Title, Description, Location, </a:t>
            </a:r>
            <a:r>
              <a:rPr lang="en-US" dirty="0" err="1">
                <a:solidFill>
                  <a:schemeClr val="bg2"/>
                </a:solidFill>
              </a:rPr>
              <a:t>UserId</a:t>
            </a:r>
            <a:endParaRPr lang="en-US" dirty="0">
              <a:solidFill>
                <a:schemeClr val="bg2"/>
              </a:solidFill>
            </a:endParaRPr>
          </a:p>
          <a:p>
            <a:pPr rtl="0"/>
            <a:r>
              <a:rPr lang="bg-BG" dirty="0">
                <a:solidFill>
                  <a:schemeClr val="bg2"/>
                </a:solidFill>
              </a:rPr>
              <a:t>Връзка: </a:t>
            </a:r>
            <a:r>
              <a:rPr lang="en-US" dirty="0">
                <a:solidFill>
                  <a:schemeClr val="bg2"/>
                </a:solidFill>
              </a:rPr>
              <a:t>One-to-Many (</a:t>
            </a:r>
            <a:r>
              <a:rPr lang="bg-BG" dirty="0">
                <a:solidFill>
                  <a:schemeClr val="bg2"/>
                </a:solidFill>
              </a:rPr>
              <a:t>Един потребител има много молби).</a:t>
            </a:r>
          </a:p>
        </p:txBody>
      </p:sp>
      <p:sp>
        <p:nvSpPr>
          <p:cNvPr id="16" name="Контейнер за текст 15">
            <a:extLst>
              <a:ext uri="{FF2B5EF4-FFF2-40B4-BE49-F238E27FC236}">
                <a16:creationId xmlns:a16="http://schemas.microsoft.com/office/drawing/2014/main" id="{C214C1BB-D845-4DB6-B4FC-B7AD5F5E0C3D}"/>
              </a:ext>
            </a:extLst>
          </p:cNvPr>
          <p:cNvSpPr>
            <a:spLocks noGrp="1"/>
          </p:cNvSpPr>
          <p:nvPr>
            <p:ph type="body" idx="22"/>
          </p:nvPr>
        </p:nvSpPr>
        <p:spPr/>
        <p:txBody>
          <a:bodyPr rtlCol="0"/>
          <a:lstStyle/>
          <a:p>
            <a:pPr rtl="0"/>
            <a:r>
              <a:rPr lang="en-US" dirty="0"/>
              <a:t>Users</a:t>
            </a:r>
            <a:endParaRPr lang="bg-BG" dirty="0"/>
          </a:p>
        </p:txBody>
      </p:sp>
      <p:pic>
        <p:nvPicPr>
          <p:cNvPr id="12" name="Контейнер за картина 11" descr="Икона на кубове">
            <a:extLst>
              <a:ext uri="{FF2B5EF4-FFF2-40B4-BE49-F238E27FC236}">
                <a16:creationId xmlns:a16="http://schemas.microsoft.com/office/drawing/2014/main" id="{92015B7B-96EB-42A1-A654-5DE5377A52C7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446" r="1446"/>
          <a:stretch>
            <a:fillRect/>
          </a:stretch>
        </p:blipFill>
        <p:spPr/>
      </p:pic>
      <p:sp>
        <p:nvSpPr>
          <p:cNvPr id="14" name="Контейнер за текст 13">
            <a:extLst>
              <a:ext uri="{FF2B5EF4-FFF2-40B4-BE49-F238E27FC236}">
                <a16:creationId xmlns:a16="http://schemas.microsoft.com/office/drawing/2014/main" id="{B9B92F0C-3A1D-438E-B581-C1A63389DAF6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 rtlCol="0"/>
          <a:lstStyle/>
          <a:p>
            <a:pPr rtl="0"/>
            <a:r>
              <a:rPr lang="en-US" b="0" i="0" dirty="0">
                <a:solidFill>
                  <a:schemeClr val="bg2"/>
                </a:solidFill>
                <a:effectLst/>
                <a:latin typeface="Segoe WPC"/>
              </a:rPr>
              <a:t>Id, Username, </a:t>
            </a:r>
            <a:r>
              <a:rPr lang="en-US" b="0" i="0" dirty="0" err="1">
                <a:solidFill>
                  <a:schemeClr val="bg2"/>
                </a:solidFill>
                <a:effectLst/>
                <a:latin typeface="Segoe WPC"/>
              </a:rPr>
              <a:t>PasswordHash</a:t>
            </a:r>
            <a:r>
              <a:rPr lang="en-US" b="0" i="0" dirty="0">
                <a:solidFill>
                  <a:schemeClr val="bg2"/>
                </a:solidFill>
                <a:effectLst/>
                <a:latin typeface="Segoe WPC"/>
              </a:rPr>
              <a:t>, Role</a:t>
            </a:r>
            <a:endParaRPr lang="bg-BG" dirty="0">
              <a:solidFill>
                <a:schemeClr val="bg2"/>
              </a:solidFill>
            </a:endParaRPr>
          </a:p>
        </p:txBody>
      </p:sp>
      <p:sp>
        <p:nvSpPr>
          <p:cNvPr id="13" name="Контейнер за текст 12">
            <a:extLst>
              <a:ext uri="{FF2B5EF4-FFF2-40B4-BE49-F238E27FC236}">
                <a16:creationId xmlns:a16="http://schemas.microsoft.com/office/drawing/2014/main" id="{B457CA9C-196E-494C-85C7-9B486105391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480628" y="4614043"/>
            <a:ext cx="1560579" cy="640080"/>
          </a:xfrm>
        </p:spPr>
        <p:txBody>
          <a:bodyPr rtlCol="0"/>
          <a:lstStyle/>
          <a:p>
            <a:pPr rtl="0"/>
            <a:r>
              <a:rPr lang="en-US" dirty="0"/>
              <a:t>Performance</a:t>
            </a:r>
            <a:endParaRPr lang="bg-BG" dirty="0"/>
          </a:p>
        </p:txBody>
      </p:sp>
      <p:pic>
        <p:nvPicPr>
          <p:cNvPr id="18" name="Контейнер за картина 17" descr="Икона на микропроцесор">
            <a:extLst>
              <a:ext uri="{FF2B5EF4-FFF2-40B4-BE49-F238E27FC236}">
                <a16:creationId xmlns:a16="http://schemas.microsoft.com/office/drawing/2014/main" id="{2714DCC9-F1D9-4D7B-9452-B6DF9693F667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329" r="1329"/>
          <a:stretch>
            <a:fillRect/>
          </a:stretch>
        </p:blipFill>
        <p:spPr/>
      </p:pic>
      <p:sp>
        <p:nvSpPr>
          <p:cNvPr id="11" name="Контейнер за текст 10">
            <a:extLst>
              <a:ext uri="{FF2B5EF4-FFF2-40B4-BE49-F238E27FC236}">
                <a16:creationId xmlns:a16="http://schemas.microsoft.com/office/drawing/2014/main" id="{CE2783CF-764B-4358-9D88-FAC1CFEBE203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2920469" y="4427607"/>
            <a:ext cx="2670048" cy="1070081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ru-RU" dirty="0" err="1">
                <a:solidFill>
                  <a:schemeClr val="bg2"/>
                </a:solidFill>
              </a:rPr>
              <a:t>Индекси</a:t>
            </a:r>
            <a:r>
              <a:rPr lang="ru-RU" dirty="0">
                <a:solidFill>
                  <a:schemeClr val="bg2"/>
                </a:solidFill>
              </a:rPr>
              <a:t> </a:t>
            </a:r>
            <a:r>
              <a:rPr lang="ru-RU" dirty="0" err="1">
                <a:solidFill>
                  <a:schemeClr val="bg2"/>
                </a:solidFill>
              </a:rPr>
              <a:t>върху</a:t>
            </a:r>
            <a:r>
              <a:rPr lang="ru-RU" dirty="0">
                <a:solidFill>
                  <a:schemeClr val="bg2"/>
                </a:solidFill>
              </a:rPr>
              <a:t> </a:t>
            </a:r>
            <a:r>
              <a:rPr lang="ru-RU" dirty="0" err="1">
                <a:solidFill>
                  <a:schemeClr val="bg2"/>
                </a:solidFill>
              </a:rPr>
              <a:t>Location</a:t>
            </a:r>
            <a:r>
              <a:rPr lang="ru-RU" dirty="0">
                <a:solidFill>
                  <a:schemeClr val="bg2"/>
                </a:solidFill>
              </a:rPr>
              <a:t> колоните за </a:t>
            </a:r>
            <a:r>
              <a:rPr lang="ru-RU" dirty="0" err="1">
                <a:solidFill>
                  <a:schemeClr val="bg2"/>
                </a:solidFill>
              </a:rPr>
              <a:t>бързо</a:t>
            </a:r>
            <a:r>
              <a:rPr lang="ru-RU" dirty="0">
                <a:solidFill>
                  <a:schemeClr val="bg2"/>
                </a:solidFill>
              </a:rPr>
              <a:t> </a:t>
            </a:r>
            <a:r>
              <a:rPr lang="ru-RU" dirty="0" err="1">
                <a:solidFill>
                  <a:schemeClr val="bg2"/>
                </a:solidFill>
              </a:rPr>
              <a:t>търсете</a:t>
            </a:r>
            <a:r>
              <a:rPr lang="ru-RU" dirty="0">
                <a:solidFill>
                  <a:schemeClr val="bg2"/>
                </a:solidFill>
              </a:rPr>
              <a:t> на </a:t>
            </a:r>
            <a:r>
              <a:rPr lang="ru-RU" dirty="0" err="1">
                <a:solidFill>
                  <a:schemeClr val="bg2"/>
                </a:solidFill>
              </a:rPr>
              <a:t>молби</a:t>
            </a:r>
            <a:r>
              <a:rPr lang="ru-RU" dirty="0">
                <a:solidFill>
                  <a:schemeClr val="bg2"/>
                </a:solidFill>
              </a:rPr>
              <a:t> по район.</a:t>
            </a:r>
          </a:p>
          <a:p>
            <a:pPr rtl="0"/>
            <a:r>
              <a:rPr lang="ru-RU" dirty="0" err="1">
                <a:solidFill>
                  <a:schemeClr val="bg2"/>
                </a:solidFill>
              </a:rPr>
              <a:t>Migrations</a:t>
            </a:r>
            <a:r>
              <a:rPr lang="ru-RU" dirty="0">
                <a:solidFill>
                  <a:schemeClr val="bg2"/>
                </a:solidFill>
              </a:rPr>
              <a:t> за управление на </a:t>
            </a:r>
            <a:r>
              <a:rPr lang="ru-RU" dirty="0" err="1">
                <a:solidFill>
                  <a:schemeClr val="bg2"/>
                </a:solidFill>
              </a:rPr>
              <a:t>промените</a:t>
            </a:r>
            <a:r>
              <a:rPr lang="ru-RU" dirty="0">
                <a:solidFill>
                  <a:schemeClr val="bg2"/>
                </a:solidFill>
              </a:rPr>
              <a:t> в </a:t>
            </a:r>
            <a:r>
              <a:rPr lang="ru-RU" dirty="0" err="1">
                <a:solidFill>
                  <a:schemeClr val="bg2"/>
                </a:solidFill>
              </a:rPr>
              <a:t>схемата</a:t>
            </a:r>
            <a:r>
              <a:rPr lang="ru-RU" dirty="0">
                <a:solidFill>
                  <a:schemeClr val="bg2"/>
                </a:solidFill>
              </a:rPr>
              <a:t>.</a:t>
            </a:r>
            <a:endParaRPr lang="bg-BG" dirty="0">
              <a:solidFill>
                <a:schemeClr val="bg2"/>
              </a:solidFill>
            </a:endParaRPr>
          </a:p>
        </p:txBody>
      </p:sp>
      <p:sp>
        <p:nvSpPr>
          <p:cNvPr id="19" name="Контейнер за текст 18">
            <a:extLst>
              <a:ext uri="{FF2B5EF4-FFF2-40B4-BE49-F238E27FC236}">
                <a16:creationId xmlns:a16="http://schemas.microsoft.com/office/drawing/2014/main" id="{0D9ADD0F-E05E-4B0E-9D9D-545FD755D7AE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460807" y="4592099"/>
            <a:ext cx="1209357" cy="436755"/>
          </a:xfrm>
        </p:spPr>
        <p:txBody>
          <a:bodyPr rtlCol="0"/>
          <a:lstStyle/>
          <a:p>
            <a:pPr rtl="0"/>
            <a:r>
              <a:rPr lang="en-US" dirty="0"/>
              <a:t>Messages</a:t>
            </a:r>
            <a:endParaRPr lang="bg-BG" dirty="0"/>
          </a:p>
        </p:txBody>
      </p:sp>
      <p:pic>
        <p:nvPicPr>
          <p:cNvPr id="21" name="Контейнер за картина 20" descr="Икона на атом">
            <a:extLst>
              <a:ext uri="{FF2B5EF4-FFF2-40B4-BE49-F238E27FC236}">
                <a16:creationId xmlns:a16="http://schemas.microsoft.com/office/drawing/2014/main" id="{E6E2A99D-9A76-4170-84C5-E8E895DEA558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329" r="1329"/>
          <a:stretch>
            <a:fillRect/>
          </a:stretch>
        </p:blipFill>
        <p:spPr/>
      </p:pic>
      <p:sp>
        <p:nvSpPr>
          <p:cNvPr id="17" name="Контейнер за текст 16">
            <a:extLst>
              <a:ext uri="{FF2B5EF4-FFF2-40B4-BE49-F238E27FC236}">
                <a16:creationId xmlns:a16="http://schemas.microsoft.com/office/drawing/2014/main" id="{46EA4E1F-EF09-44AB-9483-363CF418AA99}"/>
              </a:ext>
            </a:extLst>
          </p:cNvPr>
          <p:cNvSpPr>
            <a:spLocks noGrp="1"/>
          </p:cNvSpPr>
          <p:nvPr>
            <p:ph type="body" idx="23"/>
          </p:nvPr>
        </p:nvSpPr>
        <p:spPr/>
        <p:txBody>
          <a:bodyPr rtlCol="0">
            <a:normAutofit fontScale="92500" lnSpcReduction="10000"/>
          </a:bodyPr>
          <a:lstStyle/>
          <a:p>
            <a:pPr rtl="0"/>
            <a:r>
              <a:rPr lang="en-US" dirty="0">
                <a:solidFill>
                  <a:schemeClr val="bg2"/>
                </a:solidFill>
              </a:rPr>
              <a:t>Id, </a:t>
            </a:r>
            <a:r>
              <a:rPr lang="en-US" dirty="0" err="1">
                <a:solidFill>
                  <a:schemeClr val="bg2"/>
                </a:solidFill>
              </a:rPr>
              <a:t>SenderId</a:t>
            </a:r>
            <a:r>
              <a:rPr lang="en-US" dirty="0">
                <a:solidFill>
                  <a:schemeClr val="bg2"/>
                </a:solidFill>
              </a:rPr>
              <a:t>, </a:t>
            </a:r>
            <a:r>
              <a:rPr lang="en-US" dirty="0" err="1">
                <a:solidFill>
                  <a:schemeClr val="bg2"/>
                </a:solidFill>
              </a:rPr>
              <a:t>ReceiverId</a:t>
            </a:r>
            <a:r>
              <a:rPr lang="en-US" dirty="0">
                <a:solidFill>
                  <a:schemeClr val="bg2"/>
                </a:solidFill>
              </a:rPr>
              <a:t>, Content</a:t>
            </a:r>
          </a:p>
          <a:p>
            <a:pPr rtl="0"/>
            <a:r>
              <a:rPr lang="bg-BG" dirty="0">
                <a:solidFill>
                  <a:schemeClr val="bg2"/>
                </a:solidFill>
              </a:rPr>
              <a:t>Връзка: Свързва двама потребители в комуникация.</a:t>
            </a:r>
          </a:p>
        </p:txBody>
      </p:sp>
      <p:sp>
        <p:nvSpPr>
          <p:cNvPr id="4" name="Контейнер за номер на слайд 3">
            <a:extLst>
              <a:ext uri="{FF2B5EF4-FFF2-40B4-BE49-F238E27FC236}">
                <a16:creationId xmlns:a16="http://schemas.microsoft.com/office/drawing/2014/main" id="{D3581DBA-A3EE-4E75-90A6-DC25DF9DA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bg-BG" smtClean="0"/>
              <a:pPr rtl="0"/>
              <a:t>5</a:t>
            </a:fld>
            <a:endParaRPr lang="bg-BG" dirty="0"/>
          </a:p>
        </p:txBody>
      </p:sp>
      <p:sp>
        <p:nvSpPr>
          <p:cNvPr id="3" name="Контейнер за долен колонтитул 2">
            <a:extLst>
              <a:ext uri="{FF2B5EF4-FFF2-40B4-BE49-F238E27FC236}">
                <a16:creationId xmlns:a16="http://schemas.microsoft.com/office/drawing/2014/main" id="{6A109C3A-84E8-4719-8AE7-A66B8CA97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1560580" cy="298800"/>
          </a:xfrm>
        </p:spPr>
        <p:txBody>
          <a:bodyPr rtlCol="0"/>
          <a:lstStyle/>
          <a:p>
            <a:pPr rtl="0"/>
            <a:r>
              <a:rPr lang="bg-BG" dirty="0"/>
              <a:t>ДОБАВИ ДОЛЕН КОЛОНТИТУЛ</a:t>
            </a:r>
          </a:p>
        </p:txBody>
      </p:sp>
      <p:sp>
        <p:nvSpPr>
          <p:cNvPr id="2" name="Контейнер за дата 1">
            <a:extLst>
              <a:ext uri="{FF2B5EF4-FFF2-40B4-BE49-F238E27FC236}">
                <a16:creationId xmlns:a16="http://schemas.microsoft.com/office/drawing/2014/main" id="{8B2EEAA2-E066-4E86-A51B-FAC333319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bg-BG" dirty="0"/>
              <a:t>ДД.ММ.20XX</a:t>
            </a:r>
          </a:p>
        </p:txBody>
      </p:sp>
    </p:spTree>
    <p:extLst>
      <p:ext uri="{BB962C8B-B14F-4D97-AF65-F5344CB8AC3E}">
        <p14:creationId xmlns:p14="http://schemas.microsoft.com/office/powerpoint/2010/main" val="400607289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на Office">
  <a:themeElements>
    <a:clrScheme name="Custom 12">
      <a:dk1>
        <a:srgbClr val="00BBBB"/>
      </a:dk1>
      <a:lt1>
        <a:srgbClr val="000000"/>
      </a:lt1>
      <a:dk2>
        <a:srgbClr val="999999"/>
      </a:dk2>
      <a:lt2>
        <a:srgbClr val="FFFFFF"/>
      </a:lt2>
      <a:accent1>
        <a:srgbClr val="004448"/>
      </a:accent1>
      <a:accent2>
        <a:srgbClr val="482845"/>
      </a:accent2>
      <a:accent3>
        <a:srgbClr val="7A0000"/>
      </a:accent3>
      <a:accent4>
        <a:srgbClr val="969959"/>
      </a:accent4>
      <a:accent5>
        <a:srgbClr val="225B5F"/>
      </a:accent5>
      <a:accent6>
        <a:srgbClr val="3D8C41"/>
      </a:accent6>
      <a:hlink>
        <a:srgbClr val="7F7F7F"/>
      </a:hlink>
      <a:folHlink>
        <a:srgbClr val="7F7F7F"/>
      </a:folHlink>
    </a:clrScheme>
    <a:fontScheme name="Custom 13">
      <a:majorFont>
        <a:latin typeface="Gill Sans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2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35055047_TF56488565" id="{F59F6A11-78F8-4905-8184-4EF73306EDD1}" vid="{85A23F09-6609-4AFA-A15F-81215A9C7F83}"/>
    </a:ext>
  </a:extLst>
</a:theme>
</file>

<file path=ppt/theme/theme2.xml><?xml version="1.0" encoding="utf-8"?>
<a:theme xmlns:a="http://schemas.openxmlformats.org/drawingml/2006/main" name="Тема н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н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Футуристична кратка презентация</Template>
  <TotalTime>23</TotalTime>
  <Words>417</Words>
  <Application>Microsoft Office PowerPoint</Application>
  <PresentationFormat>Широк екран</PresentationFormat>
  <Paragraphs>59</Paragraphs>
  <Slides>5</Slides>
  <Notes>5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5</vt:i4>
      </vt:variant>
    </vt:vector>
  </HeadingPairs>
  <TitlesOfParts>
    <vt:vector size="12" baseType="lpstr">
      <vt:lpstr>Arial</vt:lpstr>
      <vt:lpstr>Calibri</vt:lpstr>
      <vt:lpstr>Courier New</vt:lpstr>
      <vt:lpstr>Gill Sans MT</vt:lpstr>
      <vt:lpstr>Segoe UI Light</vt:lpstr>
      <vt:lpstr>Segoe WPC</vt:lpstr>
      <vt:lpstr>Тема на Office</vt:lpstr>
      <vt:lpstr>Full-Stack Архитектура на PawHelp Модел: Client-Server (REST API)</vt:lpstr>
      <vt:lpstr>Технологичен Стек</vt:lpstr>
      <vt:lpstr>Backend Архитектура (.NET)</vt:lpstr>
      <vt:lpstr>Поток на Данните (Data Flow)</vt:lpstr>
      <vt:lpstr>Дизайн на Базата Данни (MySQL)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Full-Stack Архитектура на PawHelp Модел: Client-Server (REST API)</dc:title>
  <dc:creator>Yuroslav</dc:creator>
  <cp:lastModifiedBy>Yuroslav</cp:lastModifiedBy>
  <cp:revision>3</cp:revision>
  <dcterms:created xsi:type="dcterms:W3CDTF">2026-01-18T20:21:28Z</dcterms:created>
  <dcterms:modified xsi:type="dcterms:W3CDTF">2026-01-18T20:45:11Z</dcterms:modified>
</cp:coreProperties>
</file>