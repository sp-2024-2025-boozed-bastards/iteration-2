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F7-BE7E-43AC-BA95-73F0E37DF4B5}" type="datetimeFigureOut">
              <a:rPr lang="bg-BG" smtClean="0"/>
              <a:t>18.1.2026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3B1EF88-BC42-4939-9DB3-EDF0977D497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29265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F7-BE7E-43AC-BA95-73F0E37DF4B5}" type="datetimeFigureOut">
              <a:rPr lang="bg-BG" smtClean="0"/>
              <a:t>18.1.2026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EF88-BC42-4939-9DB3-EDF0977D497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417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F7-BE7E-43AC-BA95-73F0E37DF4B5}" type="datetimeFigureOut">
              <a:rPr lang="bg-BG" smtClean="0"/>
              <a:t>18.1.2026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3B1EF88-BC42-4939-9DB3-EDF0977D497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965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F7-BE7E-43AC-BA95-73F0E37DF4B5}" type="datetimeFigureOut">
              <a:rPr lang="bg-BG" smtClean="0"/>
              <a:t>18.1.2026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3B1EF88-BC42-4939-9DB3-EDF0977D497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8376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F7-BE7E-43AC-BA95-73F0E37DF4B5}" type="datetimeFigureOut">
              <a:rPr lang="bg-BG" smtClean="0"/>
              <a:t>18.1.2026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3B1EF88-BC42-4939-9DB3-EDF0977D497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18949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F7-BE7E-43AC-BA95-73F0E37DF4B5}" type="datetimeFigureOut">
              <a:rPr lang="bg-BG" smtClean="0"/>
              <a:t>18.1.2026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EF88-BC42-4939-9DB3-EDF0977D497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71987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F7-BE7E-43AC-BA95-73F0E37DF4B5}" type="datetimeFigureOut">
              <a:rPr lang="bg-BG" smtClean="0"/>
              <a:t>18.1.2026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EF88-BC42-4939-9DB3-EDF0977D497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3099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F7-BE7E-43AC-BA95-73F0E37DF4B5}" type="datetimeFigureOut">
              <a:rPr lang="bg-BG" smtClean="0"/>
              <a:t>18.1.2026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EF88-BC42-4939-9DB3-EDF0977D497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31079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F7-BE7E-43AC-BA95-73F0E37DF4B5}" type="datetimeFigureOut">
              <a:rPr lang="bg-BG" smtClean="0"/>
              <a:t>18.1.2026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3B1EF88-BC42-4939-9DB3-EDF0977D497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37083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F7-BE7E-43AC-BA95-73F0E37DF4B5}" type="datetimeFigureOut">
              <a:rPr lang="bg-BG" smtClean="0"/>
              <a:t>18.1.2026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3B1EF88-BC42-4939-9DB3-EDF0977D497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51860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F7-BE7E-43AC-BA95-73F0E37DF4B5}" type="datetimeFigureOut">
              <a:rPr lang="bg-BG" smtClean="0"/>
              <a:t>18.1.2026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3B1EF88-BC42-4939-9DB3-EDF0977D497B}" type="slidenum">
              <a:rPr lang="bg-BG" smtClean="0"/>
              <a:t>‹#›</a:t>
            </a:fld>
            <a:endParaRPr lang="bg-BG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033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F7-BE7E-43AC-BA95-73F0E37DF4B5}" type="datetimeFigureOut">
              <a:rPr lang="bg-BG" smtClean="0"/>
              <a:t>18.1.2026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3B1EF88-BC42-4939-9DB3-EDF0977D497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29541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 на цита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F7-BE7E-43AC-BA95-73F0E37DF4B5}" type="datetimeFigureOut">
              <a:rPr lang="bg-BG" smtClean="0"/>
              <a:t>18.1.2026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3B1EF88-BC42-4939-9DB3-EDF0977D497B}" type="slidenum">
              <a:rPr lang="bg-BG" smtClean="0"/>
              <a:t>‹#›</a:t>
            </a:fld>
            <a:endParaRPr lang="bg-BG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3635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или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F7-BE7E-43AC-BA95-73F0E37DF4B5}" type="datetimeFigureOut">
              <a:rPr lang="bg-BG" smtClean="0"/>
              <a:t>18.1.2026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3B1EF88-BC42-4939-9DB3-EDF0977D497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706892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F7-BE7E-43AC-BA95-73F0E37DF4B5}" type="datetimeFigureOut">
              <a:rPr lang="bg-BG" smtClean="0"/>
              <a:t>18.1.2026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EF88-BC42-4939-9DB3-EDF0977D497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630852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C2F7-BE7E-43AC-BA95-73F0E37DF4B5}" type="datetimeFigureOut">
              <a:rPr lang="bg-BG" smtClean="0"/>
              <a:t>18.1.2026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1EF88-BC42-4939-9DB3-EDF0977D497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62935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9C2F7-BE7E-43AC-BA95-73F0E37DF4B5}" type="datetimeFigureOut">
              <a:rPr lang="bg-BG" smtClean="0"/>
              <a:t>18.1.2026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3B1EF88-BC42-4939-9DB3-EDF0977D497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82990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10E819C-BBF7-F93E-CFD5-942D1E7AED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PawHelp</a:t>
            </a:r>
            <a:r>
              <a:rPr lang="ru-RU" dirty="0"/>
              <a:t> – Технологична архитектура на проекта</a:t>
            </a:r>
            <a:endParaRPr lang="bg-BG" dirty="0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62FA2084-45D7-5DCC-1E9D-29638306DC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Изготвил: Иво Стоянов</a:t>
            </a:r>
          </a:p>
        </p:txBody>
      </p:sp>
    </p:spTree>
    <p:extLst>
      <p:ext uri="{BB962C8B-B14F-4D97-AF65-F5344CB8AC3E}">
        <p14:creationId xmlns:p14="http://schemas.microsoft.com/office/powerpoint/2010/main" val="1056574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1AD46CF-6224-75FC-C2AC-BE6032945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Общ преглед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9000D204-62F2-CDC1-9E2D-0784318FA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Frontend (Web): Next.js</a:t>
            </a:r>
          </a:p>
          <a:p>
            <a:r>
              <a:rPr lang="en-US" sz="2000" dirty="0"/>
              <a:t>Backend: Node.js </a:t>
            </a:r>
          </a:p>
          <a:p>
            <a:r>
              <a:rPr lang="en-US" sz="2000" dirty="0"/>
              <a:t>Database: </a:t>
            </a:r>
            <a:r>
              <a:rPr lang="en-US" sz="2000" dirty="0" err="1"/>
              <a:t>MySql</a:t>
            </a:r>
            <a:endParaRPr lang="en-US" sz="2000" dirty="0"/>
          </a:p>
          <a:p>
            <a:r>
              <a:rPr lang="en-US" sz="2000" dirty="0"/>
              <a:t>Deployment: </a:t>
            </a:r>
            <a:r>
              <a:rPr lang="en-US" sz="2000" dirty="0" err="1"/>
              <a:t>Vercel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1066827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7075D80-66B2-0AD0-82DE-7A76D1FCE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Мощен интерфейс с Next.js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9328A57F-DBDE-05EB-A270-6CF238B99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Next.js е </a:t>
            </a:r>
            <a:r>
              <a:rPr lang="ru-RU" dirty="0" err="1"/>
              <a:t>водещата</a:t>
            </a:r>
            <a:r>
              <a:rPr lang="ru-RU" dirty="0"/>
              <a:t> рамка за </a:t>
            </a:r>
            <a:r>
              <a:rPr lang="ru-RU" dirty="0" err="1"/>
              <a:t>React</a:t>
            </a:r>
            <a:r>
              <a:rPr lang="ru-RU" dirty="0"/>
              <a:t>, </a:t>
            </a:r>
            <a:r>
              <a:rPr lang="ru-RU" dirty="0" err="1"/>
              <a:t>която</a:t>
            </a:r>
            <a:r>
              <a:rPr lang="ru-RU" dirty="0"/>
              <a:t> </a:t>
            </a:r>
            <a:r>
              <a:rPr lang="ru-RU" dirty="0" err="1"/>
              <a:t>позволява</a:t>
            </a:r>
            <a:r>
              <a:rPr lang="ru-RU" dirty="0"/>
              <a:t> </a:t>
            </a:r>
            <a:r>
              <a:rPr lang="ru-RU" dirty="0" err="1"/>
              <a:t>създаването</a:t>
            </a:r>
            <a:r>
              <a:rPr lang="ru-RU" dirty="0"/>
              <a:t> на </a:t>
            </a:r>
            <a:r>
              <a:rPr lang="ru-RU" dirty="0" err="1"/>
              <a:t>високопроизводителни</a:t>
            </a:r>
            <a:r>
              <a:rPr lang="ru-RU" dirty="0"/>
              <a:t> уеб приложения.</a:t>
            </a:r>
            <a:endParaRPr lang="en-US" dirty="0"/>
          </a:p>
          <a:p>
            <a:r>
              <a:rPr lang="en-US" dirty="0"/>
              <a:t>Server-Side Rendering (SSR): </a:t>
            </a:r>
            <a:r>
              <a:rPr lang="bg-BG" dirty="0"/>
              <a:t>Позволява на платформата да зарежда бързо заявките за помощ, което е критично за потребители със слаб интернет.</a:t>
            </a:r>
          </a:p>
          <a:p>
            <a:r>
              <a:rPr lang="en-US" dirty="0"/>
              <a:t>File-based Routing:</a:t>
            </a:r>
            <a:r>
              <a:rPr lang="bg-BG" dirty="0"/>
              <a:t> Лесна навигация между страниците „Намери помощ“, „Стани доброволец“ и „Профил“</a:t>
            </a:r>
          </a:p>
          <a:p>
            <a:r>
              <a:rPr lang="bg-BG" dirty="0"/>
              <a:t>Оптимизация на изображения: Автоматично компресиране на снимките, качени от доброволци и нуждаещи се.</a:t>
            </a:r>
          </a:p>
        </p:txBody>
      </p:sp>
    </p:spTree>
    <p:extLst>
      <p:ext uri="{BB962C8B-B14F-4D97-AF65-F5344CB8AC3E}">
        <p14:creationId xmlns:p14="http://schemas.microsoft.com/office/powerpoint/2010/main" val="2416854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A4477-1A66-0BF7-4DB7-B6B44CAEE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09F5C7E-D699-CB0A-76BC-F2B702294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Сървърна логика и </a:t>
            </a:r>
            <a:r>
              <a:rPr lang="en-US" dirty="0"/>
              <a:t>API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6A888ADA-34C9-DA1B-82AC-8F7ABE86D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Node.js </a:t>
            </a:r>
            <a:r>
              <a:rPr lang="ru-RU" dirty="0" err="1"/>
              <a:t>ще</a:t>
            </a:r>
            <a:r>
              <a:rPr lang="ru-RU" dirty="0"/>
              <a:t> служи </a:t>
            </a:r>
            <a:r>
              <a:rPr lang="ru-RU" dirty="0" err="1"/>
              <a:t>като</a:t>
            </a:r>
            <a:r>
              <a:rPr lang="ru-RU" dirty="0"/>
              <a:t> "</a:t>
            </a:r>
            <a:r>
              <a:rPr lang="ru-RU" dirty="0" err="1"/>
              <a:t>двигател</a:t>
            </a:r>
            <a:r>
              <a:rPr lang="ru-RU" dirty="0"/>
              <a:t>" на </a:t>
            </a:r>
            <a:r>
              <a:rPr lang="ru-RU" dirty="0" err="1"/>
              <a:t>нашето</a:t>
            </a:r>
            <a:r>
              <a:rPr lang="ru-RU" dirty="0"/>
              <a:t> приложение, </a:t>
            </a:r>
            <a:r>
              <a:rPr lang="ru-RU" dirty="0" err="1"/>
              <a:t>обработвайки</a:t>
            </a:r>
            <a:r>
              <a:rPr lang="ru-RU" dirty="0"/>
              <a:t> </a:t>
            </a:r>
            <a:r>
              <a:rPr lang="ru-RU" dirty="0" err="1"/>
              <a:t>цялата</a:t>
            </a:r>
            <a:r>
              <a:rPr lang="ru-RU" dirty="0"/>
              <a:t> бизнес логика.</a:t>
            </a:r>
          </a:p>
          <a:p>
            <a:r>
              <a:rPr lang="ru-RU" dirty="0" err="1"/>
              <a:t>Ефективност</a:t>
            </a:r>
            <a:r>
              <a:rPr lang="ru-RU" dirty="0"/>
              <a:t>: </a:t>
            </a:r>
            <a:r>
              <a:rPr lang="ru-RU" dirty="0" err="1"/>
              <a:t>Асинхронната</a:t>
            </a:r>
            <a:r>
              <a:rPr lang="ru-RU" dirty="0"/>
              <a:t> природа на </a:t>
            </a:r>
            <a:r>
              <a:rPr lang="en-US" dirty="0"/>
              <a:t>Node.js </a:t>
            </a:r>
            <a:r>
              <a:rPr lang="bg-BG" dirty="0"/>
              <a:t>позволява обработката на хиляди едновременни заявки (например при спешни ситуации в град).</a:t>
            </a:r>
          </a:p>
          <a:p>
            <a:r>
              <a:rPr lang="en-US" dirty="0"/>
              <a:t>RESTful API: </a:t>
            </a:r>
            <a:r>
              <a:rPr lang="bg-BG" dirty="0"/>
              <a:t>Създаване на сигурни входни точки за комуникация между </a:t>
            </a:r>
            <a:r>
              <a:rPr lang="bg-BG" dirty="0" err="1"/>
              <a:t>фронтенда</a:t>
            </a:r>
            <a:r>
              <a:rPr lang="bg-BG" dirty="0"/>
              <a:t> и базата данни.</a:t>
            </a:r>
          </a:p>
          <a:p>
            <a:r>
              <a:rPr lang="bg-BG" dirty="0"/>
              <a:t>Екосистема: Използването на библиотеки като </a:t>
            </a:r>
            <a:r>
              <a:rPr lang="en-US" dirty="0"/>
              <a:t>Express </a:t>
            </a:r>
            <a:r>
              <a:rPr lang="bg-BG" dirty="0"/>
              <a:t>за бързо изграждане на сървъра и </a:t>
            </a:r>
            <a:r>
              <a:rPr lang="en-US" dirty="0"/>
              <a:t>Sequ</a:t>
            </a:r>
            <a:r>
              <a:rPr lang="bg-BG" dirty="0"/>
              <a:t>е</a:t>
            </a:r>
            <a:r>
              <a:rPr lang="en-US" dirty="0" err="1"/>
              <a:t>lize</a:t>
            </a:r>
            <a:r>
              <a:rPr lang="en-US" dirty="0"/>
              <a:t> </a:t>
            </a:r>
            <a:r>
              <a:rPr lang="bg-BG" dirty="0"/>
              <a:t>за</a:t>
            </a:r>
            <a:r>
              <a:rPr lang="en-US" dirty="0"/>
              <a:t> </a:t>
            </a:r>
            <a:r>
              <a:rPr lang="bg-BG" dirty="0"/>
              <a:t>връзка с базата данни.</a:t>
            </a:r>
          </a:p>
        </p:txBody>
      </p:sp>
    </p:spTree>
    <p:extLst>
      <p:ext uri="{BB962C8B-B14F-4D97-AF65-F5344CB8AC3E}">
        <p14:creationId xmlns:p14="http://schemas.microsoft.com/office/powerpoint/2010/main" val="3838200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42B40-85A7-E736-7609-794F95370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82A90F4-98F2-41F1-2C8F-80F50ABB6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Надеждно съхранение на информацията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DBA3B5D0-265A-FF43-7306-2818C3758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Избрахме</a:t>
            </a:r>
            <a:r>
              <a:rPr lang="ru-RU" dirty="0"/>
              <a:t> MySQL – най-</a:t>
            </a:r>
            <a:r>
              <a:rPr lang="ru-RU" dirty="0" err="1"/>
              <a:t>популярната</a:t>
            </a:r>
            <a:r>
              <a:rPr lang="ru-RU" dirty="0"/>
              <a:t> </a:t>
            </a:r>
            <a:r>
              <a:rPr lang="ru-RU" dirty="0" err="1"/>
              <a:t>релационна</a:t>
            </a:r>
            <a:r>
              <a:rPr lang="ru-RU" dirty="0"/>
              <a:t> база </a:t>
            </a:r>
            <a:r>
              <a:rPr lang="ru-RU" dirty="0" err="1"/>
              <a:t>данни</a:t>
            </a:r>
            <a:r>
              <a:rPr lang="ru-RU" dirty="0"/>
              <a:t> в света, за да </a:t>
            </a:r>
            <a:r>
              <a:rPr lang="ru-RU" dirty="0" err="1"/>
              <a:t>гарантираме</a:t>
            </a:r>
            <a:r>
              <a:rPr lang="ru-RU" dirty="0"/>
              <a:t> </a:t>
            </a:r>
            <a:r>
              <a:rPr lang="ru-RU" dirty="0" err="1"/>
              <a:t>сигурността</a:t>
            </a:r>
            <a:r>
              <a:rPr lang="ru-RU" dirty="0"/>
              <a:t> на </a:t>
            </a:r>
            <a:r>
              <a:rPr lang="ru-RU" dirty="0" err="1"/>
              <a:t>личните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.</a:t>
            </a:r>
          </a:p>
          <a:p>
            <a:r>
              <a:rPr lang="ru-RU" dirty="0" err="1"/>
              <a:t>Релационен</a:t>
            </a:r>
            <a:r>
              <a:rPr lang="ru-RU" dirty="0"/>
              <a:t> </a:t>
            </a:r>
            <a:r>
              <a:rPr lang="ru-RU" dirty="0" err="1"/>
              <a:t>модел</a:t>
            </a:r>
            <a:r>
              <a:rPr lang="ru-RU" dirty="0"/>
              <a:t>: Идеален за </a:t>
            </a:r>
            <a:r>
              <a:rPr lang="ru-RU" dirty="0" err="1"/>
              <a:t>структурата</a:t>
            </a:r>
            <a:r>
              <a:rPr lang="ru-RU" dirty="0"/>
              <a:t> на </a:t>
            </a:r>
            <a:r>
              <a:rPr lang="ru-RU" dirty="0" err="1"/>
              <a:t>PawHelp</a:t>
            </a:r>
            <a:r>
              <a:rPr lang="ru-RU" dirty="0"/>
              <a:t>, </a:t>
            </a:r>
            <a:r>
              <a:rPr lang="ru-RU" dirty="0" err="1"/>
              <a:t>където</a:t>
            </a:r>
            <a:r>
              <a:rPr lang="ru-RU" dirty="0"/>
              <a:t> имаме </a:t>
            </a:r>
            <a:r>
              <a:rPr lang="ru-RU" dirty="0" err="1"/>
              <a:t>ясни</a:t>
            </a:r>
            <a:r>
              <a:rPr lang="ru-RU" dirty="0"/>
              <a:t> </a:t>
            </a:r>
            <a:r>
              <a:rPr lang="ru-RU" dirty="0" err="1"/>
              <a:t>връзки</a:t>
            </a:r>
            <a:r>
              <a:rPr lang="ru-RU" dirty="0"/>
              <a:t> (</a:t>
            </a:r>
            <a:r>
              <a:rPr lang="ru-RU" dirty="0" err="1"/>
              <a:t>Потребител</a:t>
            </a:r>
            <a:r>
              <a:rPr lang="ru-RU" dirty="0"/>
              <a:t> -&gt; Заявка -&gt; Категория).</a:t>
            </a:r>
          </a:p>
          <a:p>
            <a:r>
              <a:rPr lang="ru-RU" dirty="0"/>
              <a:t>ACID </a:t>
            </a:r>
            <a:r>
              <a:rPr lang="ru-RU" dirty="0" err="1"/>
              <a:t>съответствие</a:t>
            </a:r>
            <a:r>
              <a:rPr lang="ru-RU" dirty="0"/>
              <a:t>: </a:t>
            </a:r>
            <a:r>
              <a:rPr lang="ru-RU" dirty="0" err="1"/>
              <a:t>Гарантира</a:t>
            </a:r>
            <a:r>
              <a:rPr lang="ru-RU" dirty="0"/>
              <a:t>, че </a:t>
            </a:r>
            <a:r>
              <a:rPr lang="ru-RU" dirty="0" err="1"/>
              <a:t>когато</a:t>
            </a:r>
            <a:r>
              <a:rPr lang="ru-RU" dirty="0"/>
              <a:t> доброволец приеме </a:t>
            </a:r>
            <a:r>
              <a:rPr lang="ru-RU" dirty="0" err="1"/>
              <a:t>мисия</a:t>
            </a:r>
            <a:r>
              <a:rPr lang="ru-RU" dirty="0"/>
              <a:t>, </a:t>
            </a:r>
            <a:r>
              <a:rPr lang="ru-RU" dirty="0" err="1"/>
              <a:t>статусът</a:t>
            </a:r>
            <a:r>
              <a:rPr lang="ru-RU" dirty="0"/>
              <a:t> се </a:t>
            </a:r>
            <a:r>
              <a:rPr lang="ru-RU" dirty="0" err="1"/>
              <a:t>променя</a:t>
            </a:r>
            <a:r>
              <a:rPr lang="ru-RU" dirty="0"/>
              <a:t> </a:t>
            </a:r>
            <a:r>
              <a:rPr lang="ru-RU" dirty="0" err="1"/>
              <a:t>моментално</a:t>
            </a:r>
            <a:r>
              <a:rPr lang="ru-RU" dirty="0"/>
              <a:t> и без грешки.</a:t>
            </a:r>
          </a:p>
          <a:p>
            <a:r>
              <a:rPr lang="ru-RU" dirty="0" err="1"/>
              <a:t>Мащабируемост</a:t>
            </a:r>
            <a:r>
              <a:rPr lang="ru-RU" dirty="0"/>
              <a:t>: </a:t>
            </a:r>
            <a:r>
              <a:rPr lang="ru-RU" dirty="0" err="1"/>
              <a:t>Възможност</a:t>
            </a:r>
            <a:r>
              <a:rPr lang="ru-RU" dirty="0"/>
              <a:t> за </a:t>
            </a:r>
            <a:r>
              <a:rPr lang="ru-RU" dirty="0" err="1"/>
              <a:t>лесно</a:t>
            </a:r>
            <a:r>
              <a:rPr lang="ru-RU" dirty="0"/>
              <a:t> </a:t>
            </a:r>
            <a:r>
              <a:rPr lang="ru-RU" dirty="0" err="1"/>
              <a:t>разширяване</a:t>
            </a:r>
            <a:r>
              <a:rPr lang="ru-RU" dirty="0"/>
              <a:t> на </a:t>
            </a:r>
            <a:r>
              <a:rPr lang="ru-RU" dirty="0" err="1"/>
              <a:t>таблиците</a:t>
            </a:r>
            <a:r>
              <a:rPr lang="ru-RU" dirty="0"/>
              <a:t> при </a:t>
            </a:r>
            <a:r>
              <a:rPr lang="ru-RU" dirty="0" err="1"/>
              <a:t>добавяне</a:t>
            </a:r>
            <a:r>
              <a:rPr lang="ru-RU" dirty="0"/>
              <a:t> на нови </a:t>
            </a:r>
            <a:r>
              <a:rPr lang="ru-RU" dirty="0" err="1"/>
              <a:t>функционалности</a:t>
            </a:r>
            <a:r>
              <a:rPr lang="ru-RU" dirty="0"/>
              <a:t> (напр. система за </a:t>
            </a:r>
            <a:r>
              <a:rPr lang="ru-RU" dirty="0" err="1"/>
              <a:t>баджове</a:t>
            </a:r>
            <a:r>
              <a:rPr lang="ru-RU" dirty="0"/>
              <a:t> или локации).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789724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406F5-E64E-2591-D40B-0E25BCE1D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8865FDE-F54A-EE4D-6BBE-95C9DC5A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78B546EF-84E0-63A4-4ACF-51EE79D7D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Vercel</a:t>
            </a:r>
            <a:r>
              <a:rPr lang="ru-RU" dirty="0"/>
              <a:t> е </a:t>
            </a:r>
            <a:r>
              <a:rPr lang="ru-RU" dirty="0" err="1"/>
              <a:t>естественият</a:t>
            </a:r>
            <a:r>
              <a:rPr lang="ru-RU" dirty="0"/>
              <a:t> </a:t>
            </a:r>
            <a:r>
              <a:rPr lang="ru-RU" dirty="0" err="1"/>
              <a:t>избор</a:t>
            </a:r>
            <a:r>
              <a:rPr lang="ru-RU" dirty="0"/>
              <a:t> за </a:t>
            </a:r>
            <a:r>
              <a:rPr lang="ru-RU" dirty="0" err="1"/>
              <a:t>хостване</a:t>
            </a:r>
            <a:r>
              <a:rPr lang="ru-RU" dirty="0"/>
              <a:t> на Next.js </a:t>
            </a:r>
            <a:r>
              <a:rPr lang="ru-RU" dirty="0" err="1"/>
              <a:t>проекти</a:t>
            </a:r>
            <a:r>
              <a:rPr lang="ru-RU" dirty="0"/>
              <a:t>, </a:t>
            </a:r>
            <a:r>
              <a:rPr lang="ru-RU" dirty="0" err="1"/>
              <a:t>осигуряващ</a:t>
            </a:r>
            <a:r>
              <a:rPr lang="ru-RU" dirty="0"/>
              <a:t> </a:t>
            </a:r>
            <a:r>
              <a:rPr lang="ru-RU" dirty="0" err="1"/>
              <a:t>максимална</a:t>
            </a:r>
            <a:r>
              <a:rPr lang="ru-RU" dirty="0"/>
              <a:t> </a:t>
            </a:r>
            <a:r>
              <a:rPr lang="ru-RU" dirty="0" err="1"/>
              <a:t>скорост</a:t>
            </a:r>
            <a:r>
              <a:rPr lang="ru-RU" dirty="0"/>
              <a:t>.</a:t>
            </a:r>
          </a:p>
          <a:p>
            <a:r>
              <a:rPr lang="ru-RU" dirty="0"/>
              <a:t>CI/CD (</a:t>
            </a:r>
            <a:r>
              <a:rPr lang="ru-RU" dirty="0" err="1"/>
              <a:t>Continuous</a:t>
            </a:r>
            <a:r>
              <a:rPr lang="ru-RU" dirty="0"/>
              <a:t> </a:t>
            </a:r>
            <a:r>
              <a:rPr lang="ru-RU" dirty="0" err="1"/>
              <a:t>Deployment</a:t>
            </a:r>
            <a:r>
              <a:rPr lang="ru-RU" dirty="0"/>
              <a:t>): Всяка </a:t>
            </a:r>
            <a:r>
              <a:rPr lang="ru-RU" dirty="0" err="1"/>
              <a:t>промяна</a:t>
            </a:r>
            <a:r>
              <a:rPr lang="ru-RU" dirty="0"/>
              <a:t> в </a:t>
            </a:r>
            <a:r>
              <a:rPr lang="ru-RU" dirty="0" err="1"/>
              <a:t>програмния</a:t>
            </a:r>
            <a:r>
              <a:rPr lang="ru-RU" dirty="0"/>
              <a:t> код се </a:t>
            </a:r>
            <a:r>
              <a:rPr lang="ru-RU" dirty="0" err="1"/>
              <a:t>тества</a:t>
            </a:r>
            <a:r>
              <a:rPr lang="ru-RU" dirty="0"/>
              <a:t> и </a:t>
            </a:r>
            <a:r>
              <a:rPr lang="ru-RU" dirty="0" err="1"/>
              <a:t>обновява</a:t>
            </a:r>
            <a:r>
              <a:rPr lang="ru-RU" dirty="0"/>
              <a:t> автоматично в </a:t>
            </a:r>
            <a:r>
              <a:rPr lang="ru-RU" dirty="0" err="1"/>
              <a:t>реално</a:t>
            </a:r>
            <a:r>
              <a:rPr lang="ru-RU" dirty="0"/>
              <a:t> </a:t>
            </a:r>
            <a:r>
              <a:rPr lang="ru-RU" dirty="0" err="1"/>
              <a:t>време</a:t>
            </a:r>
            <a:r>
              <a:rPr lang="ru-RU" dirty="0"/>
              <a:t>.</a:t>
            </a:r>
          </a:p>
          <a:p>
            <a:r>
              <a:rPr lang="ru-RU" dirty="0"/>
              <a:t>Global Edge Network: </a:t>
            </a:r>
            <a:r>
              <a:rPr lang="ru-RU" dirty="0" err="1"/>
              <a:t>Платформата</a:t>
            </a:r>
            <a:r>
              <a:rPr lang="ru-RU" dirty="0"/>
              <a:t> </a:t>
            </a:r>
            <a:r>
              <a:rPr lang="ru-RU" dirty="0" err="1"/>
              <a:t>ще</a:t>
            </a:r>
            <a:r>
              <a:rPr lang="ru-RU" dirty="0"/>
              <a:t> </a:t>
            </a:r>
            <a:r>
              <a:rPr lang="ru-RU" dirty="0" err="1"/>
              <a:t>работи</a:t>
            </a:r>
            <a:r>
              <a:rPr lang="ru-RU" dirty="0"/>
              <a:t> </a:t>
            </a:r>
            <a:r>
              <a:rPr lang="ru-RU" dirty="0" err="1"/>
              <a:t>еднакво</a:t>
            </a:r>
            <a:r>
              <a:rPr lang="ru-RU" dirty="0"/>
              <a:t> </a:t>
            </a:r>
            <a:r>
              <a:rPr lang="ru-RU" dirty="0" err="1"/>
              <a:t>бързо</a:t>
            </a:r>
            <a:r>
              <a:rPr lang="ru-RU" dirty="0"/>
              <a:t> за потребители от </a:t>
            </a:r>
            <a:r>
              <a:rPr lang="ru-RU" dirty="0" err="1"/>
              <a:t>цялата</a:t>
            </a:r>
            <a:r>
              <a:rPr lang="ru-RU" dirty="0"/>
              <a:t> страна.</a:t>
            </a:r>
          </a:p>
          <a:p>
            <a:r>
              <a:rPr lang="ru-RU" dirty="0" err="1"/>
              <a:t>Сигурност</a:t>
            </a:r>
            <a:r>
              <a:rPr lang="ru-RU" dirty="0"/>
              <a:t>: </a:t>
            </a:r>
            <a:r>
              <a:rPr lang="ru-RU" dirty="0" err="1"/>
              <a:t>Вградена</a:t>
            </a:r>
            <a:r>
              <a:rPr lang="ru-RU" dirty="0"/>
              <a:t> защита </a:t>
            </a:r>
            <a:r>
              <a:rPr lang="ru-RU" dirty="0" err="1"/>
              <a:t>срещу</a:t>
            </a:r>
            <a:r>
              <a:rPr lang="ru-RU" dirty="0"/>
              <a:t> </a:t>
            </a:r>
            <a:r>
              <a:rPr lang="ru-RU" dirty="0" err="1"/>
              <a:t>DDoS</a:t>
            </a:r>
            <a:r>
              <a:rPr lang="ru-RU" dirty="0"/>
              <a:t> атаки и </a:t>
            </a:r>
            <a:r>
              <a:rPr lang="ru-RU" dirty="0" err="1"/>
              <a:t>автоматични</a:t>
            </a:r>
            <a:r>
              <a:rPr lang="ru-RU" dirty="0"/>
              <a:t> SSL </a:t>
            </a:r>
            <a:r>
              <a:rPr lang="ru-RU" dirty="0" err="1"/>
              <a:t>сертификати</a:t>
            </a:r>
            <a:r>
              <a:rPr lang="ru-RU" dirty="0"/>
              <a:t> (HTTPS) за защита на </a:t>
            </a:r>
            <a:r>
              <a:rPr lang="ru-RU" dirty="0" err="1"/>
              <a:t>данните</a:t>
            </a:r>
            <a:r>
              <a:rPr lang="ru-RU" dirty="0"/>
              <a:t> на </a:t>
            </a:r>
            <a:r>
              <a:rPr lang="ru-RU" dirty="0" err="1"/>
              <a:t>нуждаещите</a:t>
            </a:r>
            <a:r>
              <a:rPr lang="ru-RU" dirty="0"/>
              <a:t> се.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71002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084AB34-45F5-6452-3DA9-F3EC437D9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 работят технологиите заедно?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5511E435-1E2E-7A33-7FC0-4EC8261EB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Потребителят взаимодейства с интерфейса, изграден на </a:t>
            </a:r>
            <a:r>
              <a:rPr lang="en-US" dirty="0"/>
              <a:t>Next.js.</a:t>
            </a:r>
            <a:endParaRPr lang="bg-BG" dirty="0"/>
          </a:p>
          <a:p>
            <a:r>
              <a:rPr lang="en-US" dirty="0"/>
              <a:t>Next.js </a:t>
            </a:r>
            <a:r>
              <a:rPr lang="bg-BG" dirty="0"/>
              <a:t>изпраща заявка към </a:t>
            </a:r>
            <a:r>
              <a:rPr lang="en-US" dirty="0"/>
              <a:t>Node.js </a:t>
            </a:r>
            <a:r>
              <a:rPr lang="bg-BG" dirty="0"/>
              <a:t>сървъра. </a:t>
            </a:r>
          </a:p>
          <a:p>
            <a:r>
              <a:rPr lang="en-US" dirty="0"/>
              <a:t>Node.js </a:t>
            </a:r>
            <a:r>
              <a:rPr lang="bg-BG" dirty="0"/>
              <a:t>проверява и обработва данните, след което комуникира с </a:t>
            </a:r>
            <a:r>
              <a:rPr lang="en-US" dirty="0"/>
              <a:t>MySQL </a:t>
            </a:r>
            <a:r>
              <a:rPr lang="bg-BG" dirty="0"/>
              <a:t>за запис или четене. </a:t>
            </a:r>
          </a:p>
          <a:p>
            <a:r>
              <a:rPr lang="bg-BG" dirty="0"/>
              <a:t>Целият този процес се хоства и </a:t>
            </a:r>
            <a:r>
              <a:rPr lang="bg-BG" dirty="0" err="1"/>
              <a:t>мониторира</a:t>
            </a:r>
            <a:r>
              <a:rPr lang="bg-BG" dirty="0"/>
              <a:t> чрез </a:t>
            </a:r>
            <a:r>
              <a:rPr lang="en-US" dirty="0" err="1"/>
              <a:t>Vercel</a:t>
            </a:r>
            <a:r>
              <a:rPr lang="en-US" dirty="0"/>
              <a:t>, </a:t>
            </a:r>
            <a:r>
              <a:rPr lang="bg-BG" dirty="0"/>
              <a:t>гарантирайки 24/7 достъпност.</a:t>
            </a:r>
          </a:p>
        </p:txBody>
      </p:sp>
    </p:spTree>
    <p:extLst>
      <p:ext uri="{BB962C8B-B14F-4D97-AF65-F5344CB8AC3E}">
        <p14:creationId xmlns:p14="http://schemas.microsoft.com/office/powerpoint/2010/main" val="723106154"/>
      </p:ext>
    </p:extLst>
  </p:cSld>
  <p:clrMapOvr>
    <a:masterClrMapping/>
  </p:clrMapOvr>
</p:sld>
</file>

<file path=ppt/theme/theme1.xml><?xml version="1.0" encoding="utf-8"?>
<a:theme xmlns:a="http://schemas.openxmlformats.org/drawingml/2006/main" name="Загатване">
  <a:themeElements>
    <a:clrScheme name="Загатване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Загатване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Загатване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</TotalTime>
  <Words>411</Words>
  <Application>Microsoft Office PowerPoint</Application>
  <PresentationFormat>Широк екран</PresentationFormat>
  <Paragraphs>32</Paragraphs>
  <Slides>7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Загатване</vt:lpstr>
      <vt:lpstr>PawHelp – Технологична архитектура на проекта</vt:lpstr>
      <vt:lpstr>Общ преглед</vt:lpstr>
      <vt:lpstr>Мощен интерфейс с Next.js</vt:lpstr>
      <vt:lpstr>Сървърна логика и API</vt:lpstr>
      <vt:lpstr>Надеждно съхранение на информацията</vt:lpstr>
      <vt:lpstr>Deployment</vt:lpstr>
      <vt:lpstr>Как работят технологиите заедно?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ivo stoyanov</dc:creator>
  <cp:lastModifiedBy>ivo stoyanov</cp:lastModifiedBy>
  <cp:revision>4</cp:revision>
  <dcterms:created xsi:type="dcterms:W3CDTF">2026-01-18T20:11:58Z</dcterms:created>
  <dcterms:modified xsi:type="dcterms:W3CDTF">2026-01-18T20:27:06Z</dcterms:modified>
</cp:coreProperties>
</file>